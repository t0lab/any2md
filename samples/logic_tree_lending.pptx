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slides/slide12.xml" ContentType="application/vnd.openxmlformats-officedocument.presentationml.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diagrams/drawing2.xml" ContentType="application/vnd.ms-office.drawingml.diagramDrawing+xml"/>
  <Override PartName="/ppt/slides/slide13.xml" ContentType="application/vnd.openxmlformats-officedocument.presentationml.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diagrams/drawing3.xml" ContentType="application/vnd.ms-office.drawingml.diagramDrawing+xml"/>
  <Override PartName="/ppt/slides/slide14.xml" ContentType="application/vnd.openxmlformats-officedocument.presentationml.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colors4.xml" ContentType="application/vnd.openxmlformats-officedocument.drawingml.diagramColors+xml"/>
  <Override PartName="/ppt/diagrams/quickStyle4.xml" ContentType="application/vnd.openxmlformats-officedocument.drawingml.diagramStyl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Portfolio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60A5FA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</c:dPt>
          <c:dPt>
            <c:idx val="5"/>
            <c:bubble3D val="0"/>
            <c:spPr>
              <a:solidFill>
                <a:srgbClr val="A78BFA"/>
              </a:solidFill>
              <a:effectLst/>
            </c:spPr>
          </c:dPt>
          <c:dPt>
            <c:idx val="6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Vay mua nhà</c:v>
                </c:pt>
                <c:pt idx="1">
                  <c:v>Vay tiêu dùng</c:v>
                </c:pt>
                <c:pt idx="2">
                  <c:v>SME Đầu tư</c:v>
                </c:pt>
                <c:pt idx="3">
                  <c:v>Vay mua xe (IND)</c:v>
                </c:pt>
                <c:pt idx="4">
                  <c:v>Tài trợ TM</c:v>
                </c:pt>
                <c:pt idx="5">
                  <c:v>Vay tiêu dùng nhỏ</c:v>
                </c:pt>
                <c:pt idx="6">
                  <c:v>Project/Syndicated</c:v>
                </c:pt>
                <c:pt idx="7">
                  <c:v>Khác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18</c:v>
                </c:pt>
                <c:pt idx="1">
                  <c:v>15</c:v>
                </c:pt>
                <c:pt idx="2">
                  <c:v>8</c:v>
                </c:pt>
                <c:pt idx="3">
                  <c:v>14</c:v>
                </c:pt>
                <c:pt idx="4">
                  <c:v>6</c:v>
                </c:pt>
                <c:pt idx="5">
                  <c:v>9</c:v>
                </c:pt>
                <c:pt idx="6">
                  <c:v>7</c:v>
                </c:pt>
                <c:pt idx="7">
                  <c:v>23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lượng KH (k)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&lt;500</c:v>
                  </c:pt>
                  <c:pt idx="1">
                    <c:v>500–599</c:v>
                  </c:pt>
                  <c:pt idx="2">
                    <c:v>600–649</c:v>
                  </c:pt>
                  <c:pt idx="3">
                    <c:v>650–699</c:v>
                  </c:pt>
                  <c:pt idx="4">
                    <c:v>700–749</c:v>
                  </c:pt>
                  <c:pt idx="5">
                    <c:v>750+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28</c:v>
                </c:pt>
                <c:pt idx="2">
                  <c:v>95</c:v>
                </c:pt>
                <c:pt idx="3">
                  <c:v>142</c:v>
                </c:pt>
                <c:pt idx="4">
                  <c:v>88</c:v>
                </c:pt>
                <c:pt idx="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Cá nhân</c:v>
                </c:pt>
              </c:strCache>
            </c:strRef>
          </c:tx>
          <c:spPr>
            <a:solidFill>
              <a:srgbClr val="1E3A8A"/>
            </a:solidFill>
            <a:ln w="38100" cap="flat">
              <a:solidFill>
                <a:srgbClr val="1E3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3A8A"/>
              </a:solidFill>
              <a:ln w="9525" cap="flat">
                <a:solidFill>
                  <a:srgbClr val="1E3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1850</c:v>
                </c:pt>
                <c:pt idx="1">
                  <c:v>1980</c:v>
                </c:pt>
                <c:pt idx="2">
                  <c:v>2150</c:v>
                </c:pt>
                <c:pt idx="3">
                  <c:v>2310</c:v>
                </c:pt>
                <c:pt idx="4">
                  <c:v>2480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Doanh nghiệp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3100</c:v>
                </c:pt>
                <c:pt idx="1">
                  <c:v>3220</c:v>
                </c:pt>
                <c:pt idx="2">
                  <c:v>3450</c:v>
                </c:pt>
                <c:pt idx="3">
                  <c:v>3380</c:v>
                </c:pt>
                <c:pt idx="4">
                  <c:v>3620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iagrams/_rels/data1.xml.rels><?xml version="1.0" encoding="UTF-8" standalone="yes"?><Relationships xmlns="http://schemas.openxmlformats.org/package/2006/relationships"><Relationship Id="rId1" Type="http://schemas.microsoft.com/office/2007/relationships/diagramDrawing" Target="drawing1.xml"/></Relationships>
</file>

<file path=ppt/diagrams/_rels/data2.xml.rels><?xml version="1.0" encoding="UTF-8" standalone="yes"?><Relationships xmlns="http://schemas.openxmlformats.org/package/2006/relationships"><Relationship Id="rId1" Type="http://schemas.microsoft.com/office/2007/relationships/diagramDrawing" Target="drawing2.xml"/></Relationships>
</file>

<file path=ppt/diagrams/_rels/data3.xml.rels><?xml version="1.0" encoding="UTF-8" standalone="yes"?><Relationships xmlns="http://schemas.openxmlformats.org/package/2006/relationships"><Relationship Id="rId1" Type="http://schemas.microsoft.com/office/2007/relationships/diagramDrawing" Target="drawing3.xml"/></Relationships>
</file>

<file path=ppt/diagrams/_rels/data4.xml.rels><?xml version="1.0" encoding="UTF-8" standalone="yes"?><Relationships xmlns="http://schemas.openxmlformats.org/package/2006/relationships"/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1F32F3-B4D2-4874-B7C8-B38898C3429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9BF2BA-C12D-41F0-98AB-ECF0687C8930}">
      <dgm:prSet phldrT="[Text]"/>
      <dgm:spPr/>
      <dgm:t>
        <a:bodyPr/>
        <a:lstStyle/>
        <a:p>
          <a:r>
            <a:rPr lang="en-US" dirty="0" smtClean="0"/>
            <a:t>KHÁCH HÀNG VAY</a:t>
          </a:r>
          <a:endParaRPr lang="en-US" dirty="0"/>
        </a:p>
        <a:p>
          <a:r>
            <a:rPr lang="en-US" dirty="0" smtClean="0"/>
            <a:t>(Lending segment)</a:t>
          </a:r>
          <a:endParaRPr lang="en-US" dirty="0"/>
        </a:p>
      </dgm:t>
    </dgm:pt>
    <dgm:pt modelId="{5C706A80-9F77-435D-9A81-12AE85E9301B}" type="parTrans" cxnId="{23955F49-FB11-4B92-B7A7-EED9CEEE5367}">
      <dgm:prSet/>
      <dgm:spPr/>
      <dgm:t>
        <a:bodyPr/>
        <a:lstStyle/>
        <a:p>
          <a:endParaRPr lang="en-US"/>
        </a:p>
      </dgm:t>
    </dgm:pt>
    <dgm:pt modelId="{C96AB820-3048-4232-AAB2-0139EC082F34}" type="sibTrans" cxnId="{23955F49-FB11-4B92-B7A7-EED9CEEE5367}">
      <dgm:prSet/>
      <dgm:spPr/>
      <dgm:t>
        <a:bodyPr/>
        <a:lstStyle/>
        <a:p>
          <a:endParaRPr lang="en-US"/>
        </a:p>
      </dgm:t>
    </dgm:pt>
    <dgm:pt modelId="{4C56CC9F-0CFC-4191-B98C-D01C5D04FD77}">
      <dgm:prSet phldrT="[Text]"/>
      <dgm:spPr/>
      <dgm:t>
        <a:bodyPr/>
        <a:lstStyle/>
        <a:p>
          <a:r>
            <a:rPr lang="en-US" dirty="0" smtClean="0"/>
            <a:t>Cá nhân</a:t>
          </a:r>
          <a:endParaRPr lang="en-US" dirty="0"/>
        </a:p>
      </dgm:t>
    </dgm:pt>
    <dgm:pt modelId="{FD244A27-16C9-4184-91E5-921C7737C3A4}" type="parTrans" cxnId="{4961BDC5-724B-4CD5-B550-38AA49D4F23C}">
      <dgm:prSet/>
      <dgm:spPr/>
      <dgm:t>
        <a:bodyPr/>
        <a:lstStyle/>
        <a:p>
          <a:endParaRPr lang="en-US"/>
        </a:p>
      </dgm:t>
    </dgm:pt>
    <dgm:pt modelId="{D8D65D54-A0CA-4F3D-BF9F-0D6998BAA758}" type="sibTrans" cxnId="{4961BDC5-724B-4CD5-B550-38AA49D4F23C}">
      <dgm:prSet/>
      <dgm:spPr/>
      <dgm:t>
        <a:bodyPr/>
        <a:lstStyle/>
        <a:p>
          <a:endParaRPr lang="en-US"/>
        </a:p>
      </dgm:t>
    </dgm:pt>
    <dgm:pt modelId="{EE8A25CC-646E-4C3E-A390-0945F2BDB392}">
      <dgm:prSet phldrT="[Text]"/>
      <dgm:spPr/>
      <dgm:t>
        <a:bodyPr/>
        <a:lstStyle/>
        <a:p>
          <a:r>
            <a:rPr lang="en-US" dirty="0" smtClean="0"/>
            <a:t>Doanh nghiệp</a:t>
          </a:r>
          <a:endParaRPr lang="en-US" dirty="0"/>
        </a:p>
      </dgm:t>
    </dgm:pt>
    <dgm:pt modelId="{F24B68E4-F207-4331-AB2E-874EF6376E5A}" type="parTrans" cxnId="{7D12767F-1F85-4A68-A5EA-692214E31832}">
      <dgm:prSet/>
      <dgm:spPr/>
      <dgm:t>
        <a:bodyPr/>
        <a:lstStyle/>
        <a:p>
          <a:endParaRPr lang="en-US"/>
        </a:p>
      </dgm:t>
    </dgm:pt>
    <dgm:pt modelId="{C0963BE2-9AA3-4137-9EAC-5EB96AB269CB}" type="sibTrans" cxnId="{7D12767F-1F85-4A68-A5EA-692214E31832}">
      <dgm:prSet/>
      <dgm:spPr/>
      <dgm:t>
        <a:bodyPr/>
        <a:lstStyle/>
        <a:p>
          <a:endParaRPr lang="en-US"/>
        </a:p>
      </dgm:t>
    </dgm:pt>
    <dgm:pt modelId="{CD4A3225-006D-4542-B06E-2238A0DE6B7C}">
      <dgm:prSet phldrT="[Text]"/>
      <dgm:spPr/>
      <dgm:t>
        <a:bodyPr/>
        <a:lstStyle/>
        <a:p>
          <a:r>
            <a:rPr lang="en-US" dirty="0" smtClean="0"/>
            <a:t>Bank Channels</a:t>
          </a:r>
          <a:endParaRPr lang="en-US" dirty="0"/>
        </a:p>
      </dgm:t>
    </dgm:pt>
    <dgm:pt modelId="{FF7A74B8-34FF-4356-9BA9-9E7408DE5F79}" type="parTrans" cxnId="{4B7FC525-321D-45C1-AFC6-FABC21317025}">
      <dgm:prSet/>
      <dgm:spPr/>
      <dgm:t>
        <a:bodyPr/>
        <a:lstStyle/>
        <a:p>
          <a:endParaRPr lang="en-US"/>
        </a:p>
      </dgm:t>
    </dgm:pt>
    <dgm:pt modelId="{6B33B7A5-2385-4A27-B778-BEC5E47D1336}" type="sibTrans" cxnId="{4B7FC525-321D-45C1-AFC6-FABC21317025}">
      <dgm:prSet/>
      <dgm:spPr/>
      <dgm:t>
        <a:bodyPr/>
        <a:lstStyle/>
        <a:p>
          <a:endParaRPr lang="en-US"/>
        </a:p>
      </dgm:t>
    </dgm:pt>
    <dgm:pt modelId="{819F243A-D3B6-4E91-AF5E-691A813F59DF}" type="asst">
      <dgm:prSet/>
      <dgm:spPr/>
      <dgm:t>
        <a:bodyPr/>
        <a:lstStyle/>
        <a:p>
          <a:r>
            <a:rPr lang="en-US" dirty="0" smtClean="0"/>
            <a:t>Compliance</a:t>
          </a:r>
          <a:endParaRPr lang="en-US" dirty="0"/>
        </a:p>
      </dgm:t>
    </dgm:pt>
    <dgm:pt modelId="{B9790294-618D-4ECC-826B-E2885B40C713}" type="parTrans" cxnId="{06B29071-392B-455F-B6FE-4DD537670D27}">
      <dgm:prSet/>
      <dgm:spPr/>
      <dgm:t>
        <a:bodyPr/>
        <a:lstStyle/>
        <a:p>
          <a:endParaRPr lang="en-US"/>
        </a:p>
      </dgm:t>
    </dgm:pt>
    <dgm:pt modelId="{9F4B6A62-833D-410A-BFE0-0589AA9721C7}" type="sibTrans" cxnId="{06B29071-392B-455F-B6FE-4DD537670D27}">
      <dgm:prSet/>
      <dgm:spPr/>
      <dgm:t>
        <a:bodyPr/>
        <a:lstStyle/>
        <a:p>
          <a:endParaRPr lang="en-US"/>
        </a:p>
      </dgm:t>
    </dgm:pt>
    <dgm:pt modelId="{1E6CC110-7E98-4D6E-866F-F1D76D73F529}" type="pres">
      <dgm:prSet presAssocID="{E91F32F3-B4D2-4874-B7C8-B38898C342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C035F02F-130B-4526-B8E1-EBEE23F5E756}" type="pres">
      <dgm:prSet presAssocID="{F79BF2BA-C12D-41F0-98AB-ECF0687C8930}" presName="hierRoot1" presStyleCnt="0">
        <dgm:presLayoutVars>
          <dgm:hierBranch val="init"/>
        </dgm:presLayoutVars>
      </dgm:prSet>
      <dgm:spPr/>
    </dgm:pt>
    <dgm:pt modelId="{47BE8FF0-8C79-4F27-B3E2-1AA358354832}" type="pres">
      <dgm:prSet presAssocID="{F79BF2BA-C12D-41F0-98AB-ECF0687C8930}" presName="rootComposite1" presStyleCnt="0"/>
      <dgm:spPr/>
    </dgm:pt>
    <dgm:pt modelId="{73D75FC9-4D0B-4F1C-9DAF-025710BC7780}" type="pres">
      <dgm:prSet presAssocID="{F79BF2BA-C12D-41F0-98AB-ECF0687C8930}" presName="rootText1" presStyleLbl="node0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C013EB3-B4D3-4529-902A-AD72844806A5}" type="pres">
      <dgm:prSet presAssocID="{F79BF2BA-C12D-41F0-98AB-ECF0687C8930}" presName="rootConnector1" presStyleLbl="node1" presStyleIdx="0" presStyleCnt="0"/>
      <dgm:spPr/>
      <dgm:t>
        <a:bodyPr/>
        <a:lstStyle/>
        <a:p>
          <a:endParaRPr lang="en-US"/>
        </a:p>
      </dgm:t>
    </dgm:pt>
    <dgm:pt modelId="{FC88DCD2-EE25-4A7C-B113-4C0DE038DFC3}" type="pres">
      <dgm:prSet presAssocID="{F79BF2BA-C12D-41F0-98AB-ECF0687C8930}" presName="hierChild2" presStyleCnt="0"/>
      <dgm:spPr/>
    </dgm:pt>
    <dgm:pt modelId="{888DEA80-633D-4A41-962C-40328E175584}" type="pres">
      <dgm:prSet presAssocID="{FD244A27-16C9-4184-91E5-921C7737C3A4}" presName="Name37" presStyleLbl="parChTrans1D2" presStyleIdx="0" presStyleCnt="3"/>
      <dgm:spPr/>
      <dgm:t>
        <a:bodyPr/>
        <a:lstStyle/>
        <a:p>
          <a:endParaRPr lang="en-US"/>
        </a:p>
      </dgm:t>
    </dgm:pt>
    <dgm:pt modelId="{176741BD-D697-4776-886B-00AB96CA6F47}" type="pres">
      <dgm:prSet presAssocID="{4C56CC9F-0CFC-4191-B98C-D01C5D04FD77}" presName="hierRoot2" presStyleCnt="0">
        <dgm:presLayoutVars>
          <dgm:hierBranch val="init"/>
        </dgm:presLayoutVars>
      </dgm:prSet>
      <dgm:spPr/>
    </dgm:pt>
    <dgm:pt modelId="{673B6CAD-814D-4DDB-BC69-C05BD8A5E13A}" type="pres">
      <dgm:prSet presAssocID="{4C56CC9F-0CFC-4191-B98C-D01C5D04FD77}" presName="rootComposite" presStyleCnt="0"/>
      <dgm:spPr/>
    </dgm:pt>
    <dgm:pt modelId="{8AF25BAC-ACA9-4D18-8F24-F17D21F7278E}" type="pres">
      <dgm:prSet presAssocID="{4C56CC9F-0CFC-4191-B98C-D01C5D04FD77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A9BCEEC-BFD4-44F8-A47B-C443FDAFA94F}" type="pres">
      <dgm:prSet presAssocID="{4C56CC9F-0CFC-4191-B98C-D01C5D04FD77}" presName="rootConnector" presStyleLbl="node2" presStyleIdx="0" presStyleCnt="2"/>
      <dgm:spPr/>
      <dgm:t>
        <a:bodyPr/>
        <a:lstStyle/>
        <a:p>
          <a:endParaRPr lang="en-US"/>
        </a:p>
      </dgm:t>
    </dgm:pt>
    <dgm:pt modelId="{8B613D6F-A3C0-42B8-B707-3851C9911925}" type="pres">
      <dgm:prSet presAssocID="{4C56CC9F-0CFC-4191-B98C-D01C5D04FD77}" presName="hierChild4" presStyleCnt="0"/>
      <dgm:spPr/>
    </dgm:pt>
    <dgm:pt modelId="{5A092A9E-4884-4B0A-9BD8-4C23A37E2695}" type="pres">
      <dgm:prSet presAssocID="{4C56CC9F-0CFC-4191-B98C-D01C5D04FD77}" presName="hierChild5" presStyleCnt="0"/>
      <dgm:spPr/>
    </dgm:pt>
    <dgm:pt modelId="{8FD8BB2B-E817-456B-BC2C-6ABA570D34B2}" type="pres">
      <dgm:prSet presAssocID="{F24B68E4-F207-4331-AB2E-874EF6376E5A}" presName="Name37" presStyleLbl="parChTrans1D2" presStyleIdx="1" presStyleCnt="3"/>
      <dgm:spPr/>
      <dgm:t>
        <a:bodyPr/>
        <a:lstStyle/>
        <a:p>
          <a:endParaRPr lang="en-US"/>
        </a:p>
      </dgm:t>
    </dgm:pt>
    <dgm:pt modelId="{8359BC8A-F4E4-479E-BB7B-CDBBAD8A1571}" type="pres">
      <dgm:prSet presAssocID="{EE8A25CC-646E-4C3E-A390-0945F2BDB392}" presName="hierRoot2" presStyleCnt="0">
        <dgm:presLayoutVars>
          <dgm:hierBranch val="init"/>
        </dgm:presLayoutVars>
      </dgm:prSet>
      <dgm:spPr/>
    </dgm:pt>
    <dgm:pt modelId="{B8DA2E91-40EA-4357-9066-DF02F6F0D640}" type="pres">
      <dgm:prSet presAssocID="{EE8A25CC-646E-4C3E-A390-0945F2BDB392}" presName="rootComposite" presStyleCnt="0"/>
      <dgm:spPr/>
    </dgm:pt>
    <dgm:pt modelId="{3F56B7B4-3052-4B04-B64B-053E097390D2}" type="pres">
      <dgm:prSet presAssocID="{EE8A25CC-646E-4C3E-A390-0945F2BDB392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D0F5EB-FA81-4C71-9EE2-9B02E7B657D0}" type="pres">
      <dgm:prSet presAssocID="{EE8A25CC-646E-4C3E-A390-0945F2BDB392}" presName="rootConnector" presStyleLbl="node2" presStyleIdx="1" presStyleCnt="2"/>
      <dgm:spPr/>
      <dgm:t>
        <a:bodyPr/>
        <a:lstStyle/>
        <a:p>
          <a:endParaRPr lang="en-US"/>
        </a:p>
      </dgm:t>
    </dgm:pt>
    <dgm:pt modelId="{CC512F7B-0B78-43DE-A5DC-F70D378F3571}" type="pres">
      <dgm:prSet presAssocID="{EE8A25CC-646E-4C3E-A390-0945F2BDB392}" presName="hierChild4" presStyleCnt="0"/>
      <dgm:spPr/>
    </dgm:pt>
    <dgm:pt modelId="{686F3B19-B76D-48BC-B83C-849E1E4EFD92}" type="pres">
      <dgm:prSet presAssocID="{EE8A25CC-646E-4C3E-A390-0945F2BDB392}" presName="hierChild5" presStyleCnt="0"/>
      <dgm:spPr/>
    </dgm:pt>
    <dgm:pt modelId="{E3D4090F-A76A-4060-BA3B-7C835CB9379A}" type="pres">
      <dgm:prSet presAssocID="{F79BF2BA-C12D-41F0-98AB-ECF0687C8930}" presName="hierChild3" presStyleCnt="0"/>
      <dgm:spPr/>
    </dgm:pt>
    <dgm:pt modelId="{BD861EA9-311F-4CDB-BDFC-06992A3B2CA6}" type="pres">
      <dgm:prSet presAssocID="{B9790294-618D-4ECC-826B-E2885B40C713}" presName="Name111" presStyleLbl="parChTrans1D2" presStyleIdx="2" presStyleCnt="3"/>
      <dgm:spPr/>
    </dgm:pt>
    <dgm:pt modelId="{3D92A9D3-EE65-4634-B6CE-C443A7448679}" type="pres">
      <dgm:prSet presAssocID="{819F243A-D3B6-4E91-AF5E-691A813F59DF}" presName="hierRoot3" presStyleCnt="0">
        <dgm:presLayoutVars>
          <dgm:hierBranch val="init"/>
        </dgm:presLayoutVars>
      </dgm:prSet>
      <dgm:spPr/>
    </dgm:pt>
    <dgm:pt modelId="{CEAAE285-3B97-41C2-803E-C61198CF9104}" type="pres">
      <dgm:prSet presAssocID="{819F243A-D3B6-4E91-AF5E-691A813F59DF}" presName="rootComposite3" presStyleCnt="0"/>
      <dgm:spPr/>
    </dgm:pt>
    <dgm:pt modelId="{326C18EF-807E-4A9E-BB0E-A3864A04107D}" type="pres">
      <dgm:prSet presAssocID="{819F243A-D3B6-4E91-AF5E-691A813F59DF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730236B-0AF5-4182-A2BF-F59EA51678B1}" type="pres">
      <dgm:prSet presAssocID="{819F243A-D3B6-4E91-AF5E-691A813F59DF}" presName="rootConnector3" presStyleLbl="asst1" presStyleIdx="0" presStyleCnt="1"/>
      <dgm:spPr/>
    </dgm:pt>
    <dgm:pt modelId="{9393DBA6-F94F-4AC9-96BF-11A263832390}" type="pres">
      <dgm:prSet presAssocID="{819F243A-D3B6-4E91-AF5E-691A813F59DF}" presName="hierChild6" presStyleCnt="0"/>
      <dgm:spPr/>
    </dgm:pt>
    <dgm:pt modelId="{9AB49F9C-C601-4770-82E8-F69C15836211}" type="pres">
      <dgm:prSet presAssocID="{819F243A-D3B6-4E91-AF5E-691A813F59DF}" presName="hierChild7" presStyleCnt="0"/>
      <dgm:spPr/>
    </dgm:pt>
    <dgm:pt modelId="{5F759D41-7945-4121-8642-00D7D22F2DEA}" type="pres">
      <dgm:prSet presAssocID="{CD4A3225-006D-4542-B06E-2238A0DE6B7C}" presName="hierRoot1" presStyleCnt="0">
        <dgm:presLayoutVars>
          <dgm:hierBranch val="init"/>
        </dgm:presLayoutVars>
      </dgm:prSet>
      <dgm:spPr/>
    </dgm:pt>
    <dgm:pt modelId="{3D888A27-CE53-433A-A8FA-1284641F5181}" type="pres">
      <dgm:prSet presAssocID="{CD4A3225-006D-4542-B06E-2238A0DE6B7C}" presName="rootComposite1" presStyleCnt="0"/>
      <dgm:spPr/>
    </dgm:pt>
    <dgm:pt modelId="{BC4C0756-B432-4E51-AB1D-8A683B8825EC}" type="pres">
      <dgm:prSet presAssocID="{CD4A3225-006D-4542-B06E-2238A0DE6B7C}" presName="rootText1" presStyleLbl="node0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188D21C-92E3-4AC1-BBBA-FA0498B84D73}" type="pres">
      <dgm:prSet presAssocID="{CD4A3225-006D-4542-B06E-2238A0DE6B7C}" presName="rootConnector1" presStyleLbl="node1" presStyleIdx="0" presStyleCnt="0"/>
      <dgm:spPr/>
      <dgm:t>
        <a:bodyPr/>
        <a:lstStyle/>
        <a:p>
          <a:endParaRPr lang="en-US"/>
        </a:p>
      </dgm:t>
    </dgm:pt>
    <dgm:pt modelId="{90B109F8-ACDF-4BEE-AA81-BD41929EA23A}" type="pres">
      <dgm:prSet presAssocID="{CD4A3225-006D-4542-B06E-2238A0DE6B7C}" presName="hierChild2" presStyleCnt="0"/>
      <dgm:spPr/>
    </dgm:pt>
    <dgm:pt modelId="{F6A431E9-18B3-4238-BCC4-C3BCF38AFF76}" type="pres">
      <dgm:prSet presAssocID="{CD4A3225-006D-4542-B06E-2238A0DE6B7C}" presName="hierChild3" presStyleCnt="0"/>
      <dgm:spPr/>
    </dgm:pt>
  </dgm:ptLst>
  <dgm:cxnLst>
    <dgm:cxn modelId="{06B29071-392B-455F-B6FE-4DD537670D27}" srcId="{F79BF2BA-C12D-41F0-98AB-ECF0687C8930}" destId="{819F243A-D3B6-4E91-AF5E-691A813F59DF}" srcOrd="2" destOrd="0" parTransId="{B9790294-618D-4ECC-826B-E2885B40C713}" sibTransId="{9F4B6A62-833D-410A-BFE0-0589AA9721C7}"/>
    <dgm:cxn modelId="{4A761667-AD16-4924-8990-C26FEAF32E50}" type="presOf" srcId="{4C56CC9F-0CFC-4191-B98C-D01C5D04FD77}" destId="{8AF25BAC-ACA9-4D18-8F24-F17D21F7278E}" srcOrd="0" destOrd="0" presId="urn:microsoft.com/office/officeart/2005/8/layout/orgChart1"/>
    <dgm:cxn modelId="{5455AA16-A42E-4F1E-B42B-2BCD519F7C5D}" type="presOf" srcId="{FD244A27-16C9-4184-91E5-921C7737C3A4}" destId="{888DEA80-633D-4A41-962C-40328E175584}" srcOrd="0" destOrd="0" presId="urn:microsoft.com/office/officeart/2005/8/layout/orgChart1"/>
    <dgm:cxn modelId="{B7BCE250-A52E-4969-8832-FCE7E074DA94}" type="presOf" srcId="{EE8A25CC-646E-4C3E-A390-0945F2BDB392}" destId="{3F56B7B4-3052-4B04-B64B-053E097390D2}" srcOrd="0" destOrd="0" presId="urn:microsoft.com/office/officeart/2005/8/layout/orgChart1"/>
    <dgm:cxn modelId="{A9FD64E2-868E-47A9-85B3-33D3CAD7C56A}" type="presOf" srcId="{EE8A25CC-646E-4C3E-A390-0945F2BDB392}" destId="{61D0F5EB-FA81-4C71-9EE2-9B02E7B657D0}" srcOrd="1" destOrd="0" presId="urn:microsoft.com/office/officeart/2005/8/layout/orgChart1"/>
    <dgm:cxn modelId="{679FF0E5-5728-4825-AFB3-24178B5E5703}" type="presOf" srcId="{819F243A-D3B6-4E91-AF5E-691A813F59DF}" destId="{326C18EF-807E-4A9E-BB0E-A3864A04107D}" srcOrd="0" destOrd="0" presId="urn:microsoft.com/office/officeart/2005/8/layout/orgChart1"/>
    <dgm:cxn modelId="{4961BDC5-724B-4CD5-B550-38AA49D4F23C}" srcId="{F79BF2BA-C12D-41F0-98AB-ECF0687C8930}" destId="{4C56CC9F-0CFC-4191-B98C-D01C5D04FD77}" srcOrd="0" destOrd="0" parTransId="{FD244A27-16C9-4184-91E5-921C7737C3A4}" sibTransId="{D8D65D54-A0CA-4F3D-BF9F-0D6998BAA758}"/>
    <dgm:cxn modelId="{7D12767F-1F85-4A68-A5EA-692214E31832}" srcId="{F79BF2BA-C12D-41F0-98AB-ECF0687C8930}" destId="{EE8A25CC-646E-4C3E-A390-0945F2BDB392}" srcOrd="1" destOrd="0" parTransId="{F24B68E4-F207-4331-AB2E-874EF6376E5A}" sibTransId="{C0963BE2-9AA3-4137-9EAC-5EB96AB269CB}"/>
    <dgm:cxn modelId="{23955F49-FB11-4B92-B7A7-EED9CEEE5367}" srcId="{E91F32F3-B4D2-4874-B7C8-B38898C3429E}" destId="{F79BF2BA-C12D-41F0-98AB-ECF0687C8930}" srcOrd="0" destOrd="0" parTransId="{5C706A80-9F77-435D-9A81-12AE85E9301B}" sibTransId="{C96AB820-3048-4232-AAB2-0139EC082F34}"/>
    <dgm:cxn modelId="{27FA029E-098A-48CC-AD7B-327E28479C76}" type="presOf" srcId="{F24B68E4-F207-4331-AB2E-874EF6376E5A}" destId="{8FD8BB2B-E817-456B-BC2C-6ABA570D34B2}" srcOrd="0" destOrd="0" presId="urn:microsoft.com/office/officeart/2005/8/layout/orgChart1"/>
    <dgm:cxn modelId="{9CDB1EAE-2D18-4952-A1B7-D53E05CE64A9}" type="presOf" srcId="{B9790294-618D-4ECC-826B-E2885B40C713}" destId="{BD861EA9-311F-4CDB-BDFC-06992A3B2CA6}" srcOrd="0" destOrd="0" presId="urn:microsoft.com/office/officeart/2005/8/layout/orgChart1"/>
    <dgm:cxn modelId="{69145F54-5A4D-493E-A4FE-C96742CE171F}" type="presOf" srcId="{4C56CC9F-0CFC-4191-B98C-D01C5D04FD77}" destId="{4A9BCEEC-BFD4-44F8-A47B-C443FDAFA94F}" srcOrd="1" destOrd="0" presId="urn:microsoft.com/office/officeart/2005/8/layout/orgChart1"/>
    <dgm:cxn modelId="{EE8A69F6-6A4A-47D5-BB35-5C052CC255FE}" type="presOf" srcId="{819F243A-D3B6-4E91-AF5E-691A813F59DF}" destId="{9730236B-0AF5-4182-A2BF-F59EA51678B1}" srcOrd="1" destOrd="0" presId="urn:microsoft.com/office/officeart/2005/8/layout/orgChart1"/>
    <dgm:cxn modelId="{E80C2B05-DD61-472D-BB38-D1C42AC173C2}" type="presOf" srcId="{E91F32F3-B4D2-4874-B7C8-B38898C3429E}" destId="{1E6CC110-7E98-4D6E-866F-F1D76D73F529}" srcOrd="0" destOrd="0" presId="urn:microsoft.com/office/officeart/2005/8/layout/orgChart1"/>
    <dgm:cxn modelId="{D16D6771-BF0B-460F-BC67-271464CD097B}" type="presOf" srcId="{F79BF2BA-C12D-41F0-98AB-ECF0687C8930}" destId="{8C013EB3-B4D3-4529-902A-AD72844806A5}" srcOrd="1" destOrd="0" presId="urn:microsoft.com/office/officeart/2005/8/layout/orgChart1"/>
    <dgm:cxn modelId="{23687972-105A-4C36-9370-9DB2055BE075}" type="presOf" srcId="{CD4A3225-006D-4542-B06E-2238A0DE6B7C}" destId="{BC4C0756-B432-4E51-AB1D-8A683B8825EC}" srcOrd="0" destOrd="0" presId="urn:microsoft.com/office/officeart/2005/8/layout/orgChart1"/>
    <dgm:cxn modelId="{58CEC936-0E42-4D4A-A7AC-7C2853F5E9CE}" type="presOf" srcId="{CD4A3225-006D-4542-B06E-2238A0DE6B7C}" destId="{A188D21C-92E3-4AC1-BBBA-FA0498B84D73}" srcOrd="1" destOrd="0" presId="urn:microsoft.com/office/officeart/2005/8/layout/orgChart1"/>
    <dgm:cxn modelId="{8B8316E3-C488-44AA-8207-C2C2F9C8D7E3}" type="presOf" srcId="{F79BF2BA-C12D-41F0-98AB-ECF0687C8930}" destId="{73D75FC9-4D0B-4F1C-9DAF-025710BC7780}" srcOrd="0" destOrd="0" presId="urn:microsoft.com/office/officeart/2005/8/layout/orgChart1"/>
    <dgm:cxn modelId="{4B7FC525-321D-45C1-AFC6-FABC21317025}" srcId="{E91F32F3-B4D2-4874-B7C8-B38898C3429E}" destId="{CD4A3225-006D-4542-B06E-2238A0DE6B7C}" srcOrd="1" destOrd="0" parTransId="{FF7A74B8-34FF-4356-9BA9-9E7408DE5F79}" sibTransId="{6B33B7A5-2385-4A27-B778-BEC5E47D1336}"/>
    <dgm:cxn modelId="{E46154BD-36B9-4EA4-893D-2FFA45E2C50D}" type="presParOf" srcId="{1E6CC110-7E98-4D6E-866F-F1D76D73F529}" destId="{C035F02F-130B-4526-B8E1-EBEE23F5E756}" srcOrd="0" destOrd="0" presId="urn:microsoft.com/office/officeart/2005/8/layout/orgChart1"/>
    <dgm:cxn modelId="{2104D806-AB15-467F-965D-8AD0128ECCB0}" type="presParOf" srcId="{C035F02F-130B-4526-B8E1-EBEE23F5E756}" destId="{47BE8FF0-8C79-4F27-B3E2-1AA358354832}" srcOrd="0" destOrd="0" presId="urn:microsoft.com/office/officeart/2005/8/layout/orgChart1"/>
    <dgm:cxn modelId="{BE951806-9A6E-42E2-BA02-15FE7B420B92}" type="presParOf" srcId="{47BE8FF0-8C79-4F27-B3E2-1AA358354832}" destId="{73D75FC9-4D0B-4F1C-9DAF-025710BC7780}" srcOrd="0" destOrd="0" presId="urn:microsoft.com/office/officeart/2005/8/layout/orgChart1"/>
    <dgm:cxn modelId="{51EC72F1-56EC-4C7B-810B-04347E69C412}" type="presParOf" srcId="{47BE8FF0-8C79-4F27-B3E2-1AA358354832}" destId="{8C013EB3-B4D3-4529-902A-AD72844806A5}" srcOrd="1" destOrd="0" presId="urn:microsoft.com/office/officeart/2005/8/layout/orgChart1"/>
    <dgm:cxn modelId="{D3F435F9-F978-422C-8340-BF1B2646EAAA}" type="presParOf" srcId="{C035F02F-130B-4526-B8E1-EBEE23F5E756}" destId="{FC88DCD2-EE25-4A7C-B113-4C0DE038DFC3}" srcOrd="1" destOrd="0" presId="urn:microsoft.com/office/officeart/2005/8/layout/orgChart1"/>
    <dgm:cxn modelId="{C6470D6C-CE96-4BCC-A778-A322E6D88265}" type="presParOf" srcId="{FC88DCD2-EE25-4A7C-B113-4C0DE038DFC3}" destId="{888DEA80-633D-4A41-962C-40328E175584}" srcOrd="0" destOrd="0" presId="urn:microsoft.com/office/officeart/2005/8/layout/orgChart1"/>
    <dgm:cxn modelId="{407EA99F-D4FA-4DC9-9B06-C6AEF5A5B1A1}" type="presParOf" srcId="{FC88DCD2-EE25-4A7C-B113-4C0DE038DFC3}" destId="{176741BD-D697-4776-886B-00AB96CA6F47}" srcOrd="1" destOrd="0" presId="urn:microsoft.com/office/officeart/2005/8/layout/orgChart1"/>
    <dgm:cxn modelId="{8F705CA2-A966-4D31-828E-0B802DE65725}" type="presParOf" srcId="{176741BD-D697-4776-886B-00AB96CA6F47}" destId="{673B6CAD-814D-4DDB-BC69-C05BD8A5E13A}" srcOrd="0" destOrd="0" presId="urn:microsoft.com/office/officeart/2005/8/layout/orgChart1"/>
    <dgm:cxn modelId="{1F2B4077-419F-491B-B376-019741187204}" type="presParOf" srcId="{673B6CAD-814D-4DDB-BC69-C05BD8A5E13A}" destId="{8AF25BAC-ACA9-4D18-8F24-F17D21F7278E}" srcOrd="0" destOrd="0" presId="urn:microsoft.com/office/officeart/2005/8/layout/orgChart1"/>
    <dgm:cxn modelId="{A6188B4E-9C7D-469C-AA05-6F58DB87A0BC}" type="presParOf" srcId="{673B6CAD-814D-4DDB-BC69-C05BD8A5E13A}" destId="{4A9BCEEC-BFD4-44F8-A47B-C443FDAFA94F}" srcOrd="1" destOrd="0" presId="urn:microsoft.com/office/officeart/2005/8/layout/orgChart1"/>
    <dgm:cxn modelId="{38FFB877-68C9-44E5-90B0-6BFA67090012}" type="presParOf" srcId="{176741BD-D697-4776-886B-00AB96CA6F47}" destId="{8B613D6F-A3C0-42B8-B707-3851C9911925}" srcOrd="1" destOrd="0" presId="urn:microsoft.com/office/officeart/2005/8/layout/orgChart1"/>
    <dgm:cxn modelId="{30649ADD-8069-40A7-B12C-FB9DD025746F}" type="presParOf" srcId="{176741BD-D697-4776-886B-00AB96CA6F47}" destId="{5A092A9E-4884-4B0A-9BD8-4C23A37E2695}" srcOrd="2" destOrd="0" presId="urn:microsoft.com/office/officeart/2005/8/layout/orgChart1"/>
    <dgm:cxn modelId="{29901157-CB09-4CA6-B8A0-BF2BCEC35391}" type="presParOf" srcId="{FC88DCD2-EE25-4A7C-B113-4C0DE038DFC3}" destId="{8FD8BB2B-E817-456B-BC2C-6ABA570D34B2}" srcOrd="2" destOrd="0" presId="urn:microsoft.com/office/officeart/2005/8/layout/orgChart1"/>
    <dgm:cxn modelId="{9BF52E0D-95CA-49EE-AE9B-9110E6415275}" type="presParOf" srcId="{FC88DCD2-EE25-4A7C-B113-4C0DE038DFC3}" destId="{8359BC8A-F4E4-479E-BB7B-CDBBAD8A1571}" srcOrd="3" destOrd="0" presId="urn:microsoft.com/office/officeart/2005/8/layout/orgChart1"/>
    <dgm:cxn modelId="{591EC8DC-0A55-4387-BA88-45E2353C13BD}" type="presParOf" srcId="{8359BC8A-F4E4-479E-BB7B-CDBBAD8A1571}" destId="{B8DA2E91-40EA-4357-9066-DF02F6F0D640}" srcOrd="0" destOrd="0" presId="urn:microsoft.com/office/officeart/2005/8/layout/orgChart1"/>
    <dgm:cxn modelId="{F63FA7CF-6CB9-4D63-86FA-32F976CFCA45}" type="presParOf" srcId="{B8DA2E91-40EA-4357-9066-DF02F6F0D640}" destId="{3F56B7B4-3052-4B04-B64B-053E097390D2}" srcOrd="0" destOrd="0" presId="urn:microsoft.com/office/officeart/2005/8/layout/orgChart1"/>
    <dgm:cxn modelId="{0DD836B6-64EE-4051-9A60-38E6C62CDF4D}" type="presParOf" srcId="{B8DA2E91-40EA-4357-9066-DF02F6F0D640}" destId="{61D0F5EB-FA81-4C71-9EE2-9B02E7B657D0}" srcOrd="1" destOrd="0" presId="urn:microsoft.com/office/officeart/2005/8/layout/orgChart1"/>
    <dgm:cxn modelId="{C84B8199-AA92-4DF3-BE53-5B4049B2875E}" type="presParOf" srcId="{8359BC8A-F4E4-479E-BB7B-CDBBAD8A1571}" destId="{CC512F7B-0B78-43DE-A5DC-F70D378F3571}" srcOrd="1" destOrd="0" presId="urn:microsoft.com/office/officeart/2005/8/layout/orgChart1"/>
    <dgm:cxn modelId="{1B9A340F-A352-44C3-90CD-9F181CA4F930}" type="presParOf" srcId="{8359BC8A-F4E4-479E-BB7B-CDBBAD8A1571}" destId="{686F3B19-B76D-48BC-B83C-849E1E4EFD92}" srcOrd="2" destOrd="0" presId="urn:microsoft.com/office/officeart/2005/8/layout/orgChart1"/>
    <dgm:cxn modelId="{74C65238-4EF9-4BD6-90F4-72BE7F74FC01}" type="presParOf" srcId="{C035F02F-130B-4526-B8E1-EBEE23F5E756}" destId="{E3D4090F-A76A-4060-BA3B-7C835CB9379A}" srcOrd="2" destOrd="0" presId="urn:microsoft.com/office/officeart/2005/8/layout/orgChart1"/>
    <dgm:cxn modelId="{5DB138BA-DCD4-4670-89FB-8CCC983337FE}" type="presParOf" srcId="{E3D4090F-A76A-4060-BA3B-7C835CB9379A}" destId="{BD861EA9-311F-4CDB-BDFC-06992A3B2CA6}" srcOrd="0" destOrd="0" presId="urn:microsoft.com/office/officeart/2005/8/layout/orgChart1"/>
    <dgm:cxn modelId="{F20782C2-95BA-4883-88BE-766B7085DD87}" type="presParOf" srcId="{E3D4090F-A76A-4060-BA3B-7C835CB9379A}" destId="{3D92A9D3-EE65-4634-B6CE-C443A7448679}" srcOrd="1" destOrd="0" presId="urn:microsoft.com/office/officeart/2005/8/layout/orgChart1"/>
    <dgm:cxn modelId="{C7D8A415-0A72-4BFA-A08B-44FA3FEE273D}" type="presParOf" srcId="{3D92A9D3-EE65-4634-B6CE-C443A7448679}" destId="{CEAAE285-3B97-41C2-803E-C61198CF9104}" srcOrd="0" destOrd="0" presId="urn:microsoft.com/office/officeart/2005/8/layout/orgChart1"/>
    <dgm:cxn modelId="{ABF75353-3827-458A-B355-4EBE9A94FB39}" type="presParOf" srcId="{CEAAE285-3B97-41C2-803E-C61198CF9104}" destId="{326C18EF-807E-4A9E-BB0E-A3864A04107D}" srcOrd="0" destOrd="0" presId="urn:microsoft.com/office/officeart/2005/8/layout/orgChart1"/>
    <dgm:cxn modelId="{B32B44D6-A019-455D-8D1C-315BCA89BFF0}" type="presParOf" srcId="{CEAAE285-3B97-41C2-803E-C61198CF9104}" destId="{9730236B-0AF5-4182-A2BF-F59EA51678B1}" srcOrd="1" destOrd="0" presId="urn:microsoft.com/office/officeart/2005/8/layout/orgChart1"/>
    <dgm:cxn modelId="{5A19BCC9-7B6C-42B9-969B-66090F6D7321}" type="presParOf" srcId="{3D92A9D3-EE65-4634-B6CE-C443A7448679}" destId="{9393DBA6-F94F-4AC9-96BF-11A263832390}" srcOrd="1" destOrd="0" presId="urn:microsoft.com/office/officeart/2005/8/layout/orgChart1"/>
    <dgm:cxn modelId="{930A3914-2FA3-48F4-8189-FD6B43E9DEB9}" type="presParOf" srcId="{3D92A9D3-EE65-4634-B6CE-C443A7448679}" destId="{9AB49F9C-C601-4770-82E8-F69C15836211}" srcOrd="2" destOrd="0" presId="urn:microsoft.com/office/officeart/2005/8/layout/orgChart1"/>
    <dgm:cxn modelId="{23F5DDB2-DA17-4E9A-B5C3-6C13F1699E7B}" type="presParOf" srcId="{1E6CC110-7E98-4D6E-866F-F1D76D73F529}" destId="{5F759D41-7945-4121-8642-00D7D22F2DEA}" srcOrd="1" destOrd="0" presId="urn:microsoft.com/office/officeart/2005/8/layout/orgChart1"/>
    <dgm:cxn modelId="{83B342C4-C759-44C4-A9AA-90C3B4ADC36B}" type="presParOf" srcId="{5F759D41-7945-4121-8642-00D7D22F2DEA}" destId="{3D888A27-CE53-433A-A8FA-1284641F5181}" srcOrd="0" destOrd="0" presId="urn:microsoft.com/office/officeart/2005/8/layout/orgChart1"/>
    <dgm:cxn modelId="{C6AEDC3F-17FE-4B70-856F-162552C79E9D}" type="presParOf" srcId="{3D888A27-CE53-433A-A8FA-1284641F5181}" destId="{BC4C0756-B432-4E51-AB1D-8A683B8825EC}" srcOrd="0" destOrd="0" presId="urn:microsoft.com/office/officeart/2005/8/layout/orgChart1"/>
    <dgm:cxn modelId="{DACF0F5D-1015-44D7-B453-4CF04E5119FF}" type="presParOf" srcId="{3D888A27-CE53-433A-A8FA-1284641F5181}" destId="{A188D21C-92E3-4AC1-BBBA-FA0498B84D73}" srcOrd="1" destOrd="0" presId="urn:microsoft.com/office/officeart/2005/8/layout/orgChart1"/>
    <dgm:cxn modelId="{622D8E73-B3BB-4BD8-A8BB-54A735D30B4F}" type="presParOf" srcId="{5F759D41-7945-4121-8642-00D7D22F2DEA}" destId="{90B109F8-ACDF-4BEE-AA81-BD41929EA23A}" srcOrd="1" destOrd="0" presId="urn:microsoft.com/office/officeart/2005/8/layout/orgChart1"/>
    <dgm:cxn modelId="{D91C377E-51B1-4B0F-B271-4506A7C68DB5}" type="presParOf" srcId="{5F759D41-7945-4121-8642-00D7D22F2DEA}" destId="{F6A431E9-18B3-4238-BCC4-C3BCF38AFF7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CD7C96-ADE9-4935-BDC1-7E432D1DF965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3BA9FA0B-A3F7-412D-8D05-6FAB2EB4F27E}">
      <dgm:prSet phldrT="[Text]"/>
      <dgm:spPr/>
      <dgm:t>
        <a:bodyPr/>
        <a:lstStyle/>
        <a:p>
          <a:r>
            <a:rPr lang="en-US" dirty="0" smtClean="0"/>
            <a:t>Pre-approval (D+0~10)</a:t>
          </a:r>
          <a:endParaRPr lang="en-US" dirty="0"/>
        </a:p>
      </dgm:t>
    </dgm:pt>
    <dgm:pt modelId="{49C1686A-9B3D-4C54-A8AC-943C8A64502F}" type="parTrans" cxnId="{4302D292-622A-4A90-A5BD-D531A38EF5DA}">
      <dgm:prSet/>
      <dgm:spPr/>
      <dgm:t>
        <a:bodyPr/>
        <a:lstStyle/>
        <a:p>
          <a:endParaRPr lang="en-US"/>
        </a:p>
      </dgm:t>
    </dgm:pt>
    <dgm:pt modelId="{1BD5FC90-384E-4BE8-9893-8CA4B22055B1}" type="sibTrans" cxnId="{4302D292-622A-4A90-A5BD-D531A38EF5DA}">
      <dgm:prSet/>
      <dgm:spPr/>
      <dgm:t>
        <a:bodyPr/>
        <a:lstStyle/>
        <a:p>
          <a:endParaRPr lang="en-US"/>
        </a:p>
      </dgm:t>
    </dgm:pt>
    <dgm:pt modelId="{E42F3C63-06AD-46E2-904C-7FB9CABDA530}">
      <dgm:prSet phldrT="[Text]"/>
      <dgm:spPr/>
      <dgm:t>
        <a:bodyPr/>
        <a:lstStyle/>
        <a:p>
          <a:r>
            <a:rPr lang="en-US" dirty="0" smtClean="0"/>
            <a:t>Disbursement (D+11~14)</a:t>
          </a:r>
          <a:endParaRPr lang="en-US" dirty="0"/>
        </a:p>
      </dgm:t>
    </dgm:pt>
    <dgm:pt modelId="{8AA973DD-9F14-48EF-93A3-97E05F90A472}" type="parTrans" cxnId="{97772417-928A-42CA-8DEB-AD3FCF973E16}">
      <dgm:prSet/>
      <dgm:spPr/>
      <dgm:t>
        <a:bodyPr/>
        <a:lstStyle/>
        <a:p>
          <a:endParaRPr lang="en-US"/>
        </a:p>
      </dgm:t>
    </dgm:pt>
    <dgm:pt modelId="{9B85813B-86B8-415A-9E9C-901C879BD6E0}" type="sibTrans" cxnId="{97772417-928A-42CA-8DEB-AD3FCF973E16}">
      <dgm:prSet/>
      <dgm:spPr/>
      <dgm:t>
        <a:bodyPr/>
        <a:lstStyle/>
        <a:p>
          <a:endParaRPr lang="en-US"/>
        </a:p>
      </dgm:t>
    </dgm:pt>
    <dgm:pt modelId="{FB0844E9-924A-48EC-B406-33982B975AFD}">
      <dgm:prSet phldrT="[Text]"/>
      <dgm:spPr/>
      <dgm:t>
        <a:bodyPr/>
        <a:lstStyle/>
        <a:p>
          <a:r>
            <a:rPr lang="en-US" dirty="0" smtClean="0"/>
            <a:t>Monitoring (M+1~N)</a:t>
          </a:r>
          <a:endParaRPr lang="en-US" dirty="0"/>
        </a:p>
      </dgm:t>
    </dgm:pt>
    <dgm:pt modelId="{8A704555-4B93-4E21-9E00-736246CE6B94}" type="parTrans" cxnId="{F747DF92-11B9-4E6E-BF60-3EE5F03BF665}">
      <dgm:prSet/>
      <dgm:spPr/>
      <dgm:t>
        <a:bodyPr/>
        <a:lstStyle/>
        <a:p>
          <a:endParaRPr lang="en-US"/>
        </a:p>
      </dgm:t>
    </dgm:pt>
    <dgm:pt modelId="{9F29D31B-8702-43AD-93FB-7A2DDBFD4AB5}" type="sibTrans" cxnId="{F747DF92-11B9-4E6E-BF60-3EE5F03BF665}">
      <dgm:prSet/>
      <dgm:spPr/>
      <dgm:t>
        <a:bodyPr/>
        <a:lstStyle/>
        <a:p>
          <a:endParaRPr lang="en-US"/>
        </a:p>
      </dgm:t>
    </dgm:pt>
    <dgm:pt modelId="{E8D5FC59-8CD1-4149-B850-69087F83BB99}" type="pres">
      <dgm:prSet presAssocID="{C5CD7C96-ADE9-4935-BDC1-7E432D1DF965}" presName="CompostProcess" presStyleCnt="0">
        <dgm:presLayoutVars>
          <dgm:dir/>
          <dgm:resizeHandles val="exact"/>
        </dgm:presLayoutVars>
      </dgm:prSet>
      <dgm:spPr/>
    </dgm:pt>
    <dgm:pt modelId="{EFD8F72A-76A2-4FCF-9A68-03EDAB8BE435}" type="pres">
      <dgm:prSet presAssocID="{C5CD7C96-ADE9-4935-BDC1-7E432D1DF965}" presName="arrow" presStyleLbl="bgShp" presStyleIdx="0" presStyleCnt="1"/>
      <dgm:spPr/>
    </dgm:pt>
    <dgm:pt modelId="{F9156C3C-922C-4C4D-912C-589FB144F727}" type="pres">
      <dgm:prSet presAssocID="{C5CD7C96-ADE9-4935-BDC1-7E432D1DF965}" presName="linearProcess" presStyleCnt="0"/>
      <dgm:spPr/>
    </dgm:pt>
    <dgm:pt modelId="{9F3F24DF-3FDA-4F22-A90B-7F02E8AC280D}" type="pres">
      <dgm:prSet presAssocID="{3BA9FA0B-A3F7-412D-8D05-6FAB2EB4F27E}" presName="textNode" presStyleLbl="node1" presStyleIdx="0" presStyleCnt="3">
        <dgm:presLayoutVars>
          <dgm:bulletEnabled val="1"/>
        </dgm:presLayoutVars>
      </dgm:prSet>
      <dgm:spPr/>
    </dgm:pt>
    <dgm:pt modelId="{A2728808-7C88-4B06-81FF-EC818EF2DF79}" type="pres">
      <dgm:prSet presAssocID="{1BD5FC90-384E-4BE8-9893-8CA4B22055B1}" presName="sibTrans" presStyleCnt="0"/>
      <dgm:spPr/>
    </dgm:pt>
    <dgm:pt modelId="{16286061-BA90-4B8F-AD8C-8F1728A9A69A}" type="pres">
      <dgm:prSet presAssocID="{E42F3C63-06AD-46E2-904C-7FB9CABDA530}" presName="textNode" presStyleLbl="node1" presStyleIdx="1" presStyleCnt="3">
        <dgm:presLayoutVars>
          <dgm:bulletEnabled val="1"/>
        </dgm:presLayoutVars>
      </dgm:prSet>
      <dgm:spPr/>
    </dgm:pt>
    <dgm:pt modelId="{EC38979A-3965-4BA3-842A-96E33A461328}" type="pres">
      <dgm:prSet presAssocID="{9B85813B-86B8-415A-9E9C-901C879BD6E0}" presName="sibTrans" presStyleCnt="0"/>
      <dgm:spPr/>
    </dgm:pt>
    <dgm:pt modelId="{6B7012C5-1356-45F2-ACDE-5FCAB79E122B}" type="pres">
      <dgm:prSet presAssocID="{FB0844E9-924A-48EC-B406-33982B975AFD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425EFF0F-1E60-4480-9452-5DCFE699F66E}" type="presOf" srcId="{E42F3C63-06AD-46E2-904C-7FB9CABDA530}" destId="{16286061-BA90-4B8F-AD8C-8F1728A9A69A}" srcOrd="0" destOrd="0" presId="urn:microsoft.com/office/officeart/2005/8/layout/hProcess9"/>
    <dgm:cxn modelId="{F747DF92-11B9-4E6E-BF60-3EE5F03BF665}" srcId="{C5CD7C96-ADE9-4935-BDC1-7E432D1DF965}" destId="{FB0844E9-924A-48EC-B406-33982B975AFD}" srcOrd="2" destOrd="0" parTransId="{8A704555-4B93-4E21-9E00-736246CE6B94}" sibTransId="{9F29D31B-8702-43AD-93FB-7A2DDBFD4AB5}"/>
    <dgm:cxn modelId="{97772417-928A-42CA-8DEB-AD3FCF973E16}" srcId="{C5CD7C96-ADE9-4935-BDC1-7E432D1DF965}" destId="{E42F3C63-06AD-46E2-904C-7FB9CABDA530}" srcOrd="1" destOrd="0" parTransId="{8AA973DD-9F14-48EF-93A3-97E05F90A472}" sibTransId="{9B85813B-86B8-415A-9E9C-901C879BD6E0}"/>
    <dgm:cxn modelId="{92A98D4A-4FC9-4568-AC1C-88F5915B8C18}" type="presOf" srcId="{FB0844E9-924A-48EC-B406-33982B975AFD}" destId="{6B7012C5-1356-45F2-ACDE-5FCAB79E122B}" srcOrd="0" destOrd="0" presId="urn:microsoft.com/office/officeart/2005/8/layout/hProcess9"/>
    <dgm:cxn modelId="{4302D292-622A-4A90-A5BD-D531A38EF5DA}" srcId="{C5CD7C96-ADE9-4935-BDC1-7E432D1DF965}" destId="{3BA9FA0B-A3F7-412D-8D05-6FAB2EB4F27E}" srcOrd="0" destOrd="0" parTransId="{49C1686A-9B3D-4C54-A8AC-943C8A64502F}" sibTransId="{1BD5FC90-384E-4BE8-9893-8CA4B22055B1}"/>
    <dgm:cxn modelId="{4C7AC938-383F-4A25-BF11-EB6F1F7C7488}" type="presOf" srcId="{3BA9FA0B-A3F7-412D-8D05-6FAB2EB4F27E}" destId="{9F3F24DF-3FDA-4F22-A90B-7F02E8AC280D}" srcOrd="0" destOrd="0" presId="urn:microsoft.com/office/officeart/2005/8/layout/hProcess9"/>
    <dgm:cxn modelId="{EDC3EFF9-D52D-4AE1-AA26-22EDE2369484}" type="presOf" srcId="{C5CD7C96-ADE9-4935-BDC1-7E432D1DF965}" destId="{E8D5FC59-8CD1-4149-B850-69087F83BB99}" srcOrd="0" destOrd="0" presId="urn:microsoft.com/office/officeart/2005/8/layout/hProcess9"/>
    <dgm:cxn modelId="{FF49C9E7-B657-4501-B0AF-3BCEC691E2BE}" type="presParOf" srcId="{E8D5FC59-8CD1-4149-B850-69087F83BB99}" destId="{EFD8F72A-76A2-4FCF-9A68-03EDAB8BE435}" srcOrd="0" destOrd="0" presId="urn:microsoft.com/office/officeart/2005/8/layout/hProcess9"/>
    <dgm:cxn modelId="{37C11554-5024-411E-87E0-81DE5660E0AC}" type="presParOf" srcId="{E8D5FC59-8CD1-4149-B850-69087F83BB99}" destId="{F9156C3C-922C-4C4D-912C-589FB144F727}" srcOrd="1" destOrd="0" presId="urn:microsoft.com/office/officeart/2005/8/layout/hProcess9"/>
    <dgm:cxn modelId="{ADEEFB48-6CD6-49EA-99C8-C39FF2CF8DD6}" type="presParOf" srcId="{F9156C3C-922C-4C4D-912C-589FB144F727}" destId="{9F3F24DF-3FDA-4F22-A90B-7F02E8AC280D}" srcOrd="0" destOrd="0" presId="urn:microsoft.com/office/officeart/2005/8/layout/hProcess9"/>
    <dgm:cxn modelId="{D8A9727F-DC58-4205-AA05-4388F673876B}" type="presParOf" srcId="{F9156C3C-922C-4C4D-912C-589FB144F727}" destId="{A2728808-7C88-4B06-81FF-EC818EF2DF79}" srcOrd="1" destOrd="0" presId="urn:microsoft.com/office/officeart/2005/8/layout/hProcess9"/>
    <dgm:cxn modelId="{37B5DD9A-80AA-4454-87B2-428CB2E4E5C2}" type="presParOf" srcId="{F9156C3C-922C-4C4D-912C-589FB144F727}" destId="{16286061-BA90-4B8F-AD8C-8F1728A9A69A}" srcOrd="2" destOrd="0" presId="urn:microsoft.com/office/officeart/2005/8/layout/hProcess9"/>
    <dgm:cxn modelId="{444549A8-2739-4B78-89CC-DA8227DA0536}" type="presParOf" srcId="{F9156C3C-922C-4C4D-912C-589FB144F727}" destId="{EC38979A-3965-4BA3-842A-96E33A461328}" srcOrd="3" destOrd="0" presId="urn:microsoft.com/office/officeart/2005/8/layout/hProcess9"/>
    <dgm:cxn modelId="{66DA3CEA-9C4B-4D67-B92D-38D64C9B52E2}" type="presParOf" srcId="{F9156C3C-922C-4C4D-912C-589FB144F727}" destId="{6B7012C5-1356-45F2-ACDE-5FCAB79E122B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1CF0BA-DC5B-452A-A936-E9C5F636BDE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35CC81-3AA1-4486-9B26-9F5A52F48807}">
      <dgm:prSet phldrT="[Text]"/>
      <dgm:spPr/>
      <dgm:t>
        <a:bodyPr/>
        <a:lstStyle/>
        <a:p>
          <a:r>
            <a:rPr lang="en-US" dirty="0" smtClean="0"/>
            <a:t>Cá nhân</a:t>
          </a:r>
          <a:endParaRPr lang="en-US" dirty="0"/>
        </a:p>
      </dgm:t>
    </dgm:pt>
    <dgm:pt modelId="{B369E08B-6BBD-4D4C-80C2-ED1A855668B6}" type="parTrans" cxnId="{043B3576-F902-4534-A1D4-301BF32A2C4E}">
      <dgm:prSet/>
      <dgm:spPr/>
      <dgm:t>
        <a:bodyPr/>
        <a:lstStyle/>
        <a:p>
          <a:endParaRPr lang="en-US"/>
        </a:p>
      </dgm:t>
    </dgm:pt>
    <dgm:pt modelId="{FDD20271-CB17-4111-BBA5-14BC234821E2}" type="sibTrans" cxnId="{043B3576-F902-4534-A1D4-301BF32A2C4E}">
      <dgm:prSet/>
      <dgm:spPr/>
      <dgm:t>
        <a:bodyPr/>
        <a:lstStyle/>
        <a:p>
          <a:endParaRPr lang="en-US"/>
        </a:p>
      </dgm:t>
    </dgm:pt>
    <dgm:pt modelId="{C515AB2F-289B-42FD-8210-049BC5527592}">
      <dgm:prSet phldrT="[Text]"/>
      <dgm:spPr/>
      <dgm:t>
        <a:bodyPr/>
        <a:lstStyle/>
        <a:p>
          <a:r>
            <a:rPr lang="en-US" dirty="0" smtClean="0"/>
            <a:t>Vay nhà, xe, tiêu dùng, thẻ tín dụng</a:t>
          </a:r>
          <a:endParaRPr lang="en-US" dirty="0"/>
        </a:p>
      </dgm:t>
    </dgm:pt>
    <dgm:pt modelId="{C8B103DC-AAF7-4345-9016-0D4B02FF37C8}" type="parTrans" cxnId="{EE886233-B788-4786-AF34-FA4BD726C4F1}">
      <dgm:prSet/>
      <dgm:spPr/>
      <dgm:t>
        <a:bodyPr/>
        <a:lstStyle/>
        <a:p>
          <a:endParaRPr lang="en-US"/>
        </a:p>
      </dgm:t>
    </dgm:pt>
    <dgm:pt modelId="{A14B7E61-B859-40A6-9FAD-805E72FBB1AD}" type="sibTrans" cxnId="{EE886233-B788-4786-AF34-FA4BD726C4F1}">
      <dgm:prSet/>
      <dgm:spPr/>
      <dgm:t>
        <a:bodyPr/>
        <a:lstStyle/>
        <a:p>
          <a:endParaRPr lang="en-US"/>
        </a:p>
      </dgm:t>
    </dgm:pt>
    <dgm:pt modelId="{D371A627-A015-451F-8389-9118F71987E1}">
      <dgm:prSet phldrT="[Text]"/>
      <dgm:spPr/>
      <dgm:t>
        <a:bodyPr/>
        <a:lstStyle/>
        <a:p>
          <a:r>
            <a:rPr lang="en-US" dirty="0" smtClean="0"/>
            <a:t>Doanh </a:t>
          </a:r>
          <a:r>
            <a:rPr lang="en-US" dirty="0" smtClean="0"/>
            <a:t>nghiệp</a:t>
          </a:r>
          <a:endParaRPr lang="en-US" dirty="0"/>
        </a:p>
      </dgm:t>
    </dgm:pt>
    <dgm:pt modelId="{F9C93A42-8E22-42B1-909C-512D76B359C9}" type="parTrans" cxnId="{9E2FE2CF-8BBE-459C-9961-3681B057EE76}">
      <dgm:prSet/>
      <dgm:spPr/>
      <dgm:t>
        <a:bodyPr/>
        <a:lstStyle/>
        <a:p>
          <a:endParaRPr lang="en-US"/>
        </a:p>
      </dgm:t>
    </dgm:pt>
    <dgm:pt modelId="{F9420900-07F8-4D19-B72E-0E5468A81BCE}" type="sibTrans" cxnId="{9E2FE2CF-8BBE-459C-9961-3681B057EE76}">
      <dgm:prSet/>
      <dgm:spPr/>
      <dgm:t>
        <a:bodyPr/>
        <a:lstStyle/>
        <a:p>
          <a:endParaRPr lang="en-US"/>
        </a:p>
      </dgm:t>
    </dgm:pt>
    <dgm:pt modelId="{7E3C9309-C119-4B47-A6CC-8827871EB22F}">
      <dgm:prSet phldrT="[Text]"/>
      <dgm:spPr/>
      <dgm:t>
        <a:bodyPr/>
        <a:lstStyle/>
        <a:p>
          <a:r>
            <a:rPr lang="en-US" dirty="0" smtClean="0"/>
            <a:t>SME, Project, Trade Finance</a:t>
          </a:r>
          <a:endParaRPr lang="en-US" dirty="0"/>
        </a:p>
      </dgm:t>
    </dgm:pt>
    <dgm:pt modelId="{2F6450A9-4071-42AC-9320-3C58E72C5963}" type="parTrans" cxnId="{F3394153-38B9-4D77-BBE0-6BEF9885B67B}">
      <dgm:prSet/>
      <dgm:spPr/>
      <dgm:t>
        <a:bodyPr/>
        <a:lstStyle/>
        <a:p>
          <a:endParaRPr lang="en-US"/>
        </a:p>
      </dgm:t>
    </dgm:pt>
    <dgm:pt modelId="{F0F62F69-145B-47FF-8E88-C4126EF8DC52}" type="sibTrans" cxnId="{F3394153-38B9-4D77-BBE0-6BEF9885B67B}">
      <dgm:prSet/>
      <dgm:spPr/>
      <dgm:t>
        <a:bodyPr/>
        <a:lstStyle/>
        <a:p>
          <a:endParaRPr lang="en-US"/>
        </a:p>
      </dgm:t>
    </dgm:pt>
    <dgm:pt modelId="{DCCA6E59-F0F0-45D5-ABEE-A5BB6E2AE409}" type="pres">
      <dgm:prSet presAssocID="{6B1CF0BA-DC5B-452A-A936-E9C5F636BDE0}" presName="linearFlow" presStyleCnt="0">
        <dgm:presLayoutVars>
          <dgm:dir/>
          <dgm:animLvl val="lvl"/>
          <dgm:resizeHandles val="exact"/>
        </dgm:presLayoutVars>
      </dgm:prSet>
      <dgm:spPr/>
    </dgm:pt>
    <dgm:pt modelId="{65B48105-BA12-4FB1-B5A2-7B36BB554E51}" type="pres">
      <dgm:prSet presAssocID="{3D35CC81-3AA1-4486-9B26-9F5A52F48807}" presName="composite" presStyleCnt="0"/>
      <dgm:spPr/>
    </dgm:pt>
    <dgm:pt modelId="{090315FE-015B-4E96-96C5-8C468EC00519}" type="pres">
      <dgm:prSet presAssocID="{3D35CC81-3AA1-4486-9B26-9F5A52F48807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B0D1CAA8-292F-4D14-BB8A-3E757BDA97AC}" type="pres">
      <dgm:prSet presAssocID="{3D35CC81-3AA1-4486-9B26-9F5A52F48807}" presName="parSh" presStyleLbl="node1" presStyleIdx="0" presStyleCnt="2"/>
      <dgm:spPr/>
    </dgm:pt>
    <dgm:pt modelId="{18C98BC8-4748-408E-98B5-BF5E38C6610F}" type="pres">
      <dgm:prSet presAssocID="{3D35CC81-3AA1-4486-9B26-9F5A52F48807}" presName="desTx" presStyleLbl="fgAcc1" presStyleIdx="0" presStyleCnt="2">
        <dgm:presLayoutVars>
          <dgm:bulletEnabled val="1"/>
        </dgm:presLayoutVars>
      </dgm:prSet>
      <dgm:spPr/>
    </dgm:pt>
    <dgm:pt modelId="{7CE86AE3-7E37-4FF7-9A26-D64535F9B0F4}" type="pres">
      <dgm:prSet presAssocID="{FDD20271-CB17-4111-BBA5-14BC234821E2}" presName="sibTrans" presStyleLbl="sibTrans2D1" presStyleIdx="0" presStyleCnt="1"/>
      <dgm:spPr/>
    </dgm:pt>
    <dgm:pt modelId="{2F848649-2E38-4D77-BB9A-22A229E7C52C}" type="pres">
      <dgm:prSet presAssocID="{FDD20271-CB17-4111-BBA5-14BC234821E2}" presName="connTx" presStyleLbl="sibTrans2D1" presStyleIdx="0" presStyleCnt="1"/>
      <dgm:spPr/>
    </dgm:pt>
    <dgm:pt modelId="{439E4AD8-BD68-4BDA-A3A8-A58F67406793}" type="pres">
      <dgm:prSet presAssocID="{D371A627-A015-451F-8389-9118F71987E1}" presName="composite" presStyleCnt="0"/>
      <dgm:spPr/>
    </dgm:pt>
    <dgm:pt modelId="{A8919FE2-9A66-4C59-95C6-DB17D28E5ABF}" type="pres">
      <dgm:prSet presAssocID="{D371A627-A015-451F-8389-9118F71987E1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A077A2D0-0179-4C44-89C3-75F29B816FE2}" type="pres">
      <dgm:prSet presAssocID="{D371A627-A015-451F-8389-9118F71987E1}" presName="parSh" presStyleLbl="node1" presStyleIdx="1" presStyleCnt="2"/>
      <dgm:spPr/>
    </dgm:pt>
    <dgm:pt modelId="{3E21B797-10A8-4CDA-97BE-E56283048871}" type="pres">
      <dgm:prSet presAssocID="{D371A627-A015-451F-8389-9118F71987E1}" presName="desTx" presStyleLbl="fgAcc1" presStyleIdx="1" presStyleCnt="2">
        <dgm:presLayoutVars>
          <dgm:bulletEnabled val="1"/>
        </dgm:presLayoutVars>
      </dgm:prSet>
      <dgm:spPr/>
    </dgm:pt>
  </dgm:ptLst>
  <dgm:cxnLst>
    <dgm:cxn modelId="{259AE1D6-A0C1-4C00-AE4C-9BB6E3897FB9}" type="presOf" srcId="{D371A627-A015-451F-8389-9118F71987E1}" destId="{A077A2D0-0179-4C44-89C3-75F29B816FE2}" srcOrd="1" destOrd="0" presId="urn:microsoft.com/office/officeart/2005/8/layout/process3"/>
    <dgm:cxn modelId="{88B33A13-80FF-4220-B9DE-15C183F0953E}" type="presOf" srcId="{C515AB2F-289B-42FD-8210-049BC5527592}" destId="{18C98BC8-4748-408E-98B5-BF5E38C6610F}" srcOrd="0" destOrd="0" presId="urn:microsoft.com/office/officeart/2005/8/layout/process3"/>
    <dgm:cxn modelId="{074A74D3-7A74-4D32-9D55-F7A863C4EBB5}" type="presOf" srcId="{6B1CF0BA-DC5B-452A-A936-E9C5F636BDE0}" destId="{DCCA6E59-F0F0-45D5-ABEE-A5BB6E2AE409}" srcOrd="0" destOrd="0" presId="urn:microsoft.com/office/officeart/2005/8/layout/process3"/>
    <dgm:cxn modelId="{043B3576-F902-4534-A1D4-301BF32A2C4E}" srcId="{6B1CF0BA-DC5B-452A-A936-E9C5F636BDE0}" destId="{3D35CC81-3AA1-4486-9B26-9F5A52F48807}" srcOrd="0" destOrd="0" parTransId="{B369E08B-6BBD-4D4C-80C2-ED1A855668B6}" sibTransId="{FDD20271-CB17-4111-BBA5-14BC234821E2}"/>
    <dgm:cxn modelId="{9C753BCB-A6F9-4758-A00F-9835A728131B}" type="presOf" srcId="{D371A627-A015-451F-8389-9118F71987E1}" destId="{A8919FE2-9A66-4C59-95C6-DB17D28E5ABF}" srcOrd="0" destOrd="0" presId="urn:microsoft.com/office/officeart/2005/8/layout/process3"/>
    <dgm:cxn modelId="{698C87D9-ABFE-4142-8603-F86E715739F6}" type="presOf" srcId="{FDD20271-CB17-4111-BBA5-14BC234821E2}" destId="{2F848649-2E38-4D77-BB9A-22A229E7C52C}" srcOrd="1" destOrd="0" presId="urn:microsoft.com/office/officeart/2005/8/layout/process3"/>
    <dgm:cxn modelId="{225ADF7E-E85E-45F6-91B1-5612F94608E1}" type="presOf" srcId="{3D35CC81-3AA1-4486-9B26-9F5A52F48807}" destId="{B0D1CAA8-292F-4D14-BB8A-3E757BDA97AC}" srcOrd="1" destOrd="0" presId="urn:microsoft.com/office/officeart/2005/8/layout/process3"/>
    <dgm:cxn modelId="{9E2FE2CF-8BBE-459C-9961-3681B057EE76}" srcId="{6B1CF0BA-DC5B-452A-A936-E9C5F636BDE0}" destId="{D371A627-A015-451F-8389-9118F71987E1}" srcOrd="1" destOrd="0" parTransId="{F9C93A42-8E22-42B1-909C-512D76B359C9}" sibTransId="{F9420900-07F8-4D19-B72E-0E5468A81BCE}"/>
    <dgm:cxn modelId="{F3394153-38B9-4D77-BBE0-6BEF9885B67B}" srcId="{D371A627-A015-451F-8389-9118F71987E1}" destId="{7E3C9309-C119-4B47-A6CC-8827871EB22F}" srcOrd="0" destOrd="0" parTransId="{2F6450A9-4071-42AC-9320-3C58E72C5963}" sibTransId="{F0F62F69-145B-47FF-8E88-C4126EF8DC52}"/>
    <dgm:cxn modelId="{BC9E2E27-8C9E-4924-8DFB-5FA3E1D2CF1A}" type="presOf" srcId="{7E3C9309-C119-4B47-A6CC-8827871EB22F}" destId="{3E21B797-10A8-4CDA-97BE-E56283048871}" srcOrd="0" destOrd="0" presId="urn:microsoft.com/office/officeart/2005/8/layout/process3"/>
    <dgm:cxn modelId="{EE886233-B788-4786-AF34-FA4BD726C4F1}" srcId="{3D35CC81-3AA1-4486-9B26-9F5A52F48807}" destId="{C515AB2F-289B-42FD-8210-049BC5527592}" srcOrd="0" destOrd="0" parTransId="{C8B103DC-AAF7-4345-9016-0D4B02FF37C8}" sibTransId="{A14B7E61-B859-40A6-9FAD-805E72FBB1AD}"/>
    <dgm:cxn modelId="{D381CF79-941F-4531-8C94-669E108A935A}" type="presOf" srcId="{3D35CC81-3AA1-4486-9B26-9F5A52F48807}" destId="{090315FE-015B-4E96-96C5-8C468EC00519}" srcOrd="0" destOrd="0" presId="urn:microsoft.com/office/officeart/2005/8/layout/process3"/>
    <dgm:cxn modelId="{10E2DA55-E382-452C-861C-A4C7B1FD863A}" type="presOf" srcId="{FDD20271-CB17-4111-BBA5-14BC234821E2}" destId="{7CE86AE3-7E37-4FF7-9A26-D64535F9B0F4}" srcOrd="0" destOrd="0" presId="urn:microsoft.com/office/officeart/2005/8/layout/process3"/>
    <dgm:cxn modelId="{7CAEABAF-6243-44C2-9F9F-C10675671835}" type="presParOf" srcId="{DCCA6E59-F0F0-45D5-ABEE-A5BB6E2AE409}" destId="{65B48105-BA12-4FB1-B5A2-7B36BB554E51}" srcOrd="0" destOrd="0" presId="urn:microsoft.com/office/officeart/2005/8/layout/process3"/>
    <dgm:cxn modelId="{229FD4BE-1641-4EE6-B8BF-5C589CECF514}" type="presParOf" srcId="{65B48105-BA12-4FB1-B5A2-7B36BB554E51}" destId="{090315FE-015B-4E96-96C5-8C468EC00519}" srcOrd="0" destOrd="0" presId="urn:microsoft.com/office/officeart/2005/8/layout/process3"/>
    <dgm:cxn modelId="{E0CA9B81-5771-43DA-AC51-316FD8544A71}" type="presParOf" srcId="{65B48105-BA12-4FB1-B5A2-7B36BB554E51}" destId="{B0D1CAA8-292F-4D14-BB8A-3E757BDA97AC}" srcOrd="1" destOrd="0" presId="urn:microsoft.com/office/officeart/2005/8/layout/process3"/>
    <dgm:cxn modelId="{38E7B189-0708-4C35-83EB-7E7E2003D8C3}" type="presParOf" srcId="{65B48105-BA12-4FB1-B5A2-7B36BB554E51}" destId="{18C98BC8-4748-408E-98B5-BF5E38C6610F}" srcOrd="2" destOrd="0" presId="urn:microsoft.com/office/officeart/2005/8/layout/process3"/>
    <dgm:cxn modelId="{12229210-7792-4EC4-B241-FA7E5433377A}" type="presParOf" srcId="{DCCA6E59-F0F0-45D5-ABEE-A5BB6E2AE409}" destId="{7CE86AE3-7E37-4FF7-9A26-D64535F9B0F4}" srcOrd="1" destOrd="0" presId="urn:microsoft.com/office/officeart/2005/8/layout/process3"/>
    <dgm:cxn modelId="{84D7AFE1-8960-4295-B29E-5882E5AC28C7}" type="presParOf" srcId="{7CE86AE3-7E37-4FF7-9A26-D64535F9B0F4}" destId="{2F848649-2E38-4D77-BB9A-22A229E7C52C}" srcOrd="0" destOrd="0" presId="urn:microsoft.com/office/officeart/2005/8/layout/process3"/>
    <dgm:cxn modelId="{02952FB1-1480-4137-90A4-3A7755702D98}" type="presParOf" srcId="{DCCA6E59-F0F0-45D5-ABEE-A5BB6E2AE409}" destId="{439E4AD8-BD68-4BDA-A3A8-A58F67406793}" srcOrd="2" destOrd="0" presId="urn:microsoft.com/office/officeart/2005/8/layout/process3"/>
    <dgm:cxn modelId="{C06A7CA2-D47B-4877-B2EC-8EF6917E5A80}" type="presParOf" srcId="{439E4AD8-BD68-4BDA-A3A8-A58F67406793}" destId="{A8919FE2-9A66-4C59-95C6-DB17D28E5ABF}" srcOrd="0" destOrd="0" presId="urn:microsoft.com/office/officeart/2005/8/layout/process3"/>
    <dgm:cxn modelId="{B5389178-2301-4F08-B1B9-4332D1647D2A}" type="presParOf" srcId="{439E4AD8-BD68-4BDA-A3A8-A58F67406793}" destId="{A077A2D0-0179-4C44-89C3-75F29B816FE2}" srcOrd="1" destOrd="0" presId="urn:microsoft.com/office/officeart/2005/8/layout/process3"/>
    <dgm:cxn modelId="{F7263653-D803-471E-A7D0-9A6AAEEA2FF3}" type="presParOf" srcId="{439E4AD8-BD68-4BDA-A3A8-A58F67406793}" destId="{3E21B797-10A8-4CDA-97BE-E56283048871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9A050E-55E6-4555-BDDA-A7D8D515451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05925C3A-31A1-465E-AB85-CC595CC317A6}">
      <dgm:prSet phldrT="[Text]"/>
      <dgm:spPr/>
      <dgm:t>
        <a:bodyPr/>
        <a:lstStyle/>
        <a:p>
          <a:r>
            <a:rPr lang="pl-PL" dirty="0" smtClean="0"/>
            <a:t>Priority</a:t>
          </a:r>
          <a:endParaRPr lang="pl-PL" dirty="0"/>
        </a:p>
      </dgm:t>
    </dgm:pt>
    <dgm:pt modelId="{D258CDC6-A5BA-44D0-93E8-87F7E8957EEF}" type="parTrans" cxnId="{8C8D3D7C-D445-4684-B4E0-61E5F3CC0347}">
      <dgm:prSet/>
      <dgm:spPr/>
      <dgm:t>
        <a:bodyPr/>
        <a:lstStyle/>
        <a:p>
          <a:endParaRPr lang="pl-PL"/>
        </a:p>
      </dgm:t>
    </dgm:pt>
    <dgm:pt modelId="{2FC6CC8F-FCFE-4485-8F34-860711B54473}" type="sibTrans" cxnId="{8C8D3D7C-D445-4684-B4E0-61E5F3CC0347}">
      <dgm:prSet/>
      <dgm:spPr/>
      <dgm:t>
        <a:bodyPr/>
        <a:lstStyle/>
        <a:p>
          <a:endParaRPr lang="pl-PL"/>
        </a:p>
      </dgm:t>
    </dgm:pt>
    <dgm:pt modelId="{3E2E7FD3-E307-447B-82B1-16135132D187}">
      <dgm:prSet phldrT="[Text]"/>
      <dgm:spPr/>
      <dgm:t>
        <a:bodyPr/>
        <a:lstStyle/>
        <a:p>
          <a:r>
            <a:rPr lang="pl-PL" dirty="0" smtClean="0"/>
            <a:t>Vay mua nhà</a:t>
          </a:r>
          <a:endParaRPr lang="pl-PL" dirty="0"/>
        </a:p>
      </dgm:t>
    </dgm:pt>
    <dgm:pt modelId="{A318F960-F4CE-4B60-9761-634219C84C19}" type="parTrans" cxnId="{A18FA823-7D57-4CF1-8E8D-832FE8C9A922}">
      <dgm:prSet/>
      <dgm:spPr/>
      <dgm:t>
        <a:bodyPr/>
        <a:lstStyle/>
        <a:p>
          <a:endParaRPr lang="pl-PL"/>
        </a:p>
      </dgm:t>
    </dgm:pt>
    <dgm:pt modelId="{E54D025F-D14A-48CD-8D67-2F2223892771}" type="sibTrans" cxnId="{A18FA823-7D57-4CF1-8E8D-832FE8C9A922}">
      <dgm:prSet/>
      <dgm:spPr/>
      <dgm:t>
        <a:bodyPr/>
        <a:lstStyle/>
        <a:p>
          <a:endParaRPr lang="pl-PL"/>
        </a:p>
      </dgm:t>
    </dgm:pt>
    <dgm:pt modelId="{19D7C6B9-1EDF-4CFB-9E5B-E20B761B8F50}">
      <dgm:prSet phldrT="[Text]"/>
      <dgm:spPr/>
      <dgm:t>
        <a:bodyPr/>
        <a:lstStyle/>
        <a:p>
          <a:r>
            <a:rPr lang="pl-PL" dirty="0" smtClean="0"/>
            <a:t>Thẻ tín dụng</a:t>
          </a:r>
          <a:endParaRPr lang="pl-PL" dirty="0"/>
        </a:p>
      </dgm:t>
    </dgm:pt>
    <dgm:pt modelId="{7B9E5C64-91E4-4F0F-8260-B852BA6C8477}" type="parTrans" cxnId="{48481C4F-5895-45EC-9DB7-8BCECF388249}">
      <dgm:prSet/>
      <dgm:spPr/>
      <dgm:t>
        <a:bodyPr/>
        <a:lstStyle/>
        <a:p>
          <a:endParaRPr lang="pl-PL"/>
        </a:p>
      </dgm:t>
    </dgm:pt>
    <dgm:pt modelId="{153AED2C-9C49-49DB-B96C-28D8E4C4E0B9}" type="sibTrans" cxnId="{48481C4F-5895-45EC-9DB7-8BCECF388249}">
      <dgm:prSet/>
      <dgm:spPr/>
      <dgm:t>
        <a:bodyPr/>
        <a:lstStyle/>
        <a:p>
          <a:endParaRPr lang="pl-PL"/>
        </a:p>
      </dgm:t>
    </dgm:pt>
    <dgm:pt modelId="{3824AE71-9A67-4EE2-87B8-3DDFFA2E3A5D}">
      <dgm:prSet phldrT="[Text]"/>
      <dgm:spPr/>
      <dgm:t>
        <a:bodyPr/>
        <a:lstStyle/>
        <a:p>
          <a:r>
            <a:rPr lang="pl-PL" dirty="0" smtClean="0"/>
            <a:t>Mass</a:t>
          </a:r>
          <a:endParaRPr lang="pl-PL" dirty="0"/>
        </a:p>
      </dgm:t>
    </dgm:pt>
    <dgm:pt modelId="{933A68EC-F8B8-45A2-AECB-10CE89114065}" type="parTrans" cxnId="{E4ECBF71-ADEB-413B-9B17-AF21EFCBD843}">
      <dgm:prSet/>
      <dgm:spPr/>
      <dgm:t>
        <a:bodyPr/>
        <a:lstStyle/>
        <a:p>
          <a:endParaRPr lang="pl-PL"/>
        </a:p>
      </dgm:t>
    </dgm:pt>
    <dgm:pt modelId="{49E0B432-EBD7-4F9F-8A90-EB2AB62641E3}" type="sibTrans" cxnId="{E4ECBF71-ADEB-413B-9B17-AF21EFCBD843}">
      <dgm:prSet/>
      <dgm:spPr/>
      <dgm:t>
        <a:bodyPr/>
        <a:lstStyle/>
        <a:p>
          <a:endParaRPr lang="pl-PL"/>
        </a:p>
      </dgm:t>
    </dgm:pt>
    <dgm:pt modelId="{0FE2AE6A-A741-40FF-82A4-CC82F8C8F291}">
      <dgm:prSet phldrT="[Text]"/>
      <dgm:spPr/>
      <dgm:t>
        <a:bodyPr/>
        <a:lstStyle/>
        <a:p>
          <a:r>
            <a:rPr lang="pl-PL" dirty="0" smtClean="0"/>
            <a:t>Vay tiêu dùng</a:t>
          </a:r>
          <a:endParaRPr lang="pl-PL" dirty="0"/>
        </a:p>
      </dgm:t>
    </dgm:pt>
    <dgm:pt modelId="{8B832AFF-07C5-434D-B640-9322AF7E956B}" type="parTrans" cxnId="{83A5021B-1C21-4535-9217-3637CDC82DE9}">
      <dgm:prSet/>
      <dgm:spPr/>
      <dgm:t>
        <a:bodyPr/>
        <a:lstStyle/>
        <a:p>
          <a:endParaRPr lang="pl-PL"/>
        </a:p>
      </dgm:t>
    </dgm:pt>
    <dgm:pt modelId="{2407673D-FCBE-4376-A620-E66B091A0D00}" type="sibTrans" cxnId="{83A5021B-1C21-4535-9217-3637CDC82DE9}">
      <dgm:prSet/>
      <dgm:spPr/>
      <dgm:t>
        <a:bodyPr/>
        <a:lstStyle/>
        <a:p>
          <a:endParaRPr lang="pl-PL"/>
        </a:p>
      </dgm:t>
    </dgm:pt>
    <dgm:pt modelId="{DD580AD5-2D4A-4BBF-A511-46DF341D6B13}">
      <dgm:prSet phldrT="[Text]"/>
      <dgm:spPr/>
      <dgm:t>
        <a:bodyPr/>
        <a:lstStyle/>
        <a:p>
          <a:r>
            <a:rPr lang="pl-PL" dirty="0" smtClean="0"/>
            <a:t>Vay mua xe</a:t>
          </a:r>
          <a:endParaRPr lang="pl-PL" dirty="0"/>
        </a:p>
      </dgm:t>
    </dgm:pt>
    <dgm:pt modelId="{08BF55BE-A39D-4AD5-811C-E77CB0C8D416}" type="parTrans" cxnId="{698D6996-FFF7-4CFA-A2B7-5F02C18AFE3B}">
      <dgm:prSet/>
      <dgm:spPr/>
      <dgm:t>
        <a:bodyPr/>
        <a:lstStyle/>
        <a:p>
          <a:endParaRPr lang="pl-PL"/>
        </a:p>
      </dgm:t>
    </dgm:pt>
    <dgm:pt modelId="{B0E5554D-1409-41B0-8EEA-B65DC5C8D816}" type="sibTrans" cxnId="{698D6996-FFF7-4CFA-A2B7-5F02C18AFE3B}">
      <dgm:prSet/>
      <dgm:spPr/>
      <dgm:t>
        <a:bodyPr/>
        <a:lstStyle/>
        <a:p>
          <a:endParaRPr lang="pl-PL"/>
        </a:p>
      </dgm:t>
    </dgm:pt>
    <dgm:pt modelId="{FE112A56-7B7B-43E0-8913-2D5147E9E1F8}">
      <dgm:prSet phldrT="[Text]"/>
      <dgm:spPr/>
      <dgm:t>
        <a:bodyPr/>
        <a:lstStyle/>
        <a:p>
          <a:r>
            <a:rPr lang="pl-PL" dirty="0" smtClean="0"/>
            <a:t>Low-income</a:t>
          </a:r>
          <a:endParaRPr lang="pl-PL" dirty="0"/>
        </a:p>
      </dgm:t>
    </dgm:pt>
    <dgm:pt modelId="{05EDD9AC-90BD-41EC-95D7-557F692C76D8}" type="parTrans" cxnId="{A1CB4CC2-1257-4102-BDB6-F2120E3C422E}">
      <dgm:prSet/>
      <dgm:spPr/>
      <dgm:t>
        <a:bodyPr/>
        <a:lstStyle/>
        <a:p>
          <a:endParaRPr lang="pl-PL"/>
        </a:p>
      </dgm:t>
    </dgm:pt>
    <dgm:pt modelId="{0BC2D1DF-22FF-453F-8487-6FE01A87110E}" type="sibTrans" cxnId="{A1CB4CC2-1257-4102-BDB6-F2120E3C422E}">
      <dgm:prSet/>
      <dgm:spPr/>
      <dgm:t>
        <a:bodyPr/>
        <a:lstStyle/>
        <a:p>
          <a:endParaRPr lang="pl-PL"/>
        </a:p>
      </dgm:t>
    </dgm:pt>
    <dgm:pt modelId="{822D9995-E573-449E-8AC5-88306EB49898}" type="pres">
      <dgm:prSet presAssocID="{BF9A050E-55E6-4555-BDDA-A7D8D5154518}" presName="Name0" presStyleCnt="0">
        <dgm:presLayoutVars>
          <dgm:dir/>
          <dgm:animLvl val="lvl"/>
          <dgm:resizeHandles val="exact"/>
        </dgm:presLayoutVars>
      </dgm:prSet>
      <dgm:spPr/>
    </dgm:pt>
    <dgm:pt modelId="{9EFEFAFA-8577-4EC1-847E-37C44AA902B2}" type="pres">
      <dgm:prSet presAssocID="{05925C3A-31A1-465E-AB85-CC595CC317A6}" presName="linNode" presStyleCnt="0"/>
      <dgm:spPr/>
    </dgm:pt>
    <dgm:pt modelId="{E8F22ECE-0AAF-40C7-A1FD-13A884A198FF}" type="pres">
      <dgm:prSet presAssocID="{05925C3A-31A1-465E-AB85-CC595CC317A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A00830C-D21D-4971-9CEC-CC85137ED1C9}" type="pres">
      <dgm:prSet presAssocID="{05925C3A-31A1-465E-AB85-CC595CC317A6}" presName="descendantText" presStyleLbl="alignAccFollowNode1" presStyleIdx="0" presStyleCnt="2">
        <dgm:presLayoutVars>
          <dgm:bulletEnabled val="1"/>
        </dgm:presLayoutVars>
      </dgm:prSet>
      <dgm:spPr/>
    </dgm:pt>
    <dgm:pt modelId="{3B8266EF-74ED-4791-AC6C-52EB250EF4A3}" type="pres">
      <dgm:prSet presAssocID="{2FC6CC8F-FCFE-4485-8F34-860711B54473}" presName="sp" presStyleCnt="0"/>
      <dgm:spPr/>
    </dgm:pt>
    <dgm:pt modelId="{010C7EB9-60EC-4C34-A393-68E7E5280274}" type="pres">
      <dgm:prSet presAssocID="{3824AE71-9A67-4EE2-87B8-3DDFFA2E3A5D}" presName="linNode" presStyleCnt="0"/>
      <dgm:spPr/>
    </dgm:pt>
    <dgm:pt modelId="{293622DF-7217-457E-9F3F-1A9974004B4B}" type="pres">
      <dgm:prSet presAssocID="{3824AE71-9A67-4EE2-87B8-3DDFFA2E3A5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DAB8A95B-80F7-44AB-BCF5-94C83B2DC61C}" type="pres">
      <dgm:prSet presAssocID="{3824AE71-9A67-4EE2-87B8-3DDFFA2E3A5D}" presName="descendantText" presStyleLbl="alignAccFollowNode1" presStyleIdx="1" presStyleCnt="2">
        <dgm:presLayoutVars>
          <dgm:bulletEnabled val="1"/>
        </dgm:presLayoutVars>
      </dgm:prSet>
      <dgm:spPr/>
    </dgm:pt>
    <dgm:pt modelId="{850A5DF7-8CA0-4AFF-9798-FC5578524E8C}" type="pres">
      <dgm:prSet presAssocID="{49E0B432-EBD7-4F9F-8A90-EB2AB62641E3}" presName="sp" presStyleCnt="0"/>
      <dgm:spPr/>
    </dgm:pt>
    <dgm:pt modelId="{2917CF91-0915-484F-9B1F-16F65919E97B}" type="pres">
      <dgm:prSet presAssocID="{FE112A56-7B7B-43E0-8913-2D5147E9E1F8}" presName="linNode" presStyleCnt="0"/>
      <dgm:spPr/>
    </dgm:pt>
    <dgm:pt modelId="{FE64F071-7D7C-4C60-8184-A24B86773130}" type="pres">
      <dgm:prSet presAssocID="{FE112A56-7B7B-43E0-8913-2D5147E9E1F8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0A6DEA48-FBF0-4CED-BFA8-1F3ADC87D8EE}" type="presOf" srcId="{3E2E7FD3-E307-447B-82B1-16135132D187}" destId="{FA00830C-D21D-4971-9CEC-CC85137ED1C9}" srcOrd="0" destOrd="0" presId="urn:microsoft.com/office/officeart/2005/8/layout/vList5"/>
    <dgm:cxn modelId="{698D6996-FFF7-4CFA-A2B7-5F02C18AFE3B}" srcId="{3824AE71-9A67-4EE2-87B8-3DDFFA2E3A5D}" destId="{DD580AD5-2D4A-4BBF-A511-46DF341D6B13}" srcOrd="1" destOrd="0" parTransId="{08BF55BE-A39D-4AD5-811C-E77CB0C8D416}" sibTransId="{B0E5554D-1409-41B0-8EEA-B65DC5C8D816}"/>
    <dgm:cxn modelId="{83A5021B-1C21-4535-9217-3637CDC82DE9}" srcId="{3824AE71-9A67-4EE2-87B8-3DDFFA2E3A5D}" destId="{0FE2AE6A-A741-40FF-82A4-CC82F8C8F291}" srcOrd="0" destOrd="0" parTransId="{8B832AFF-07C5-434D-B640-9322AF7E956B}" sibTransId="{2407673D-FCBE-4376-A620-E66B091A0D00}"/>
    <dgm:cxn modelId="{D4B92590-5B5D-4755-AC05-9BB00D6149B0}" type="presOf" srcId="{05925C3A-31A1-465E-AB85-CC595CC317A6}" destId="{E8F22ECE-0AAF-40C7-A1FD-13A884A198FF}" srcOrd="0" destOrd="0" presId="urn:microsoft.com/office/officeart/2005/8/layout/vList5"/>
    <dgm:cxn modelId="{CAC9AF57-3377-4C2F-9C9B-6E6EF588910F}" type="presOf" srcId="{BF9A050E-55E6-4555-BDDA-A7D8D5154518}" destId="{822D9995-E573-449E-8AC5-88306EB49898}" srcOrd="0" destOrd="0" presId="urn:microsoft.com/office/officeart/2005/8/layout/vList5"/>
    <dgm:cxn modelId="{F758879F-DA78-427C-94D7-31E057EB53DF}" type="presOf" srcId="{0FE2AE6A-A741-40FF-82A4-CC82F8C8F291}" destId="{DAB8A95B-80F7-44AB-BCF5-94C83B2DC61C}" srcOrd="0" destOrd="0" presId="urn:microsoft.com/office/officeart/2005/8/layout/vList5"/>
    <dgm:cxn modelId="{A48A3B2E-B4AD-4EB6-B561-143D4C11CD22}" type="presOf" srcId="{DD580AD5-2D4A-4BBF-A511-46DF341D6B13}" destId="{DAB8A95B-80F7-44AB-BCF5-94C83B2DC61C}" srcOrd="0" destOrd="1" presId="urn:microsoft.com/office/officeart/2005/8/layout/vList5"/>
    <dgm:cxn modelId="{A18FA823-7D57-4CF1-8E8D-832FE8C9A922}" srcId="{05925C3A-31A1-465E-AB85-CC595CC317A6}" destId="{3E2E7FD3-E307-447B-82B1-16135132D187}" srcOrd="0" destOrd="0" parTransId="{A318F960-F4CE-4B60-9761-634219C84C19}" sibTransId="{E54D025F-D14A-48CD-8D67-2F2223892771}"/>
    <dgm:cxn modelId="{A1CB4CC2-1257-4102-BDB6-F2120E3C422E}" srcId="{BF9A050E-55E6-4555-BDDA-A7D8D5154518}" destId="{FE112A56-7B7B-43E0-8913-2D5147E9E1F8}" srcOrd="2" destOrd="0" parTransId="{05EDD9AC-90BD-41EC-95D7-557F692C76D8}" sibTransId="{0BC2D1DF-22FF-453F-8487-6FE01A87110E}"/>
    <dgm:cxn modelId="{04007B59-227C-4FD9-8926-D4DF7F301E06}" type="presOf" srcId="{19D7C6B9-1EDF-4CFB-9E5B-E20B761B8F50}" destId="{FA00830C-D21D-4971-9CEC-CC85137ED1C9}" srcOrd="0" destOrd="1" presId="urn:microsoft.com/office/officeart/2005/8/layout/vList5"/>
    <dgm:cxn modelId="{48481C4F-5895-45EC-9DB7-8BCECF388249}" srcId="{05925C3A-31A1-465E-AB85-CC595CC317A6}" destId="{19D7C6B9-1EDF-4CFB-9E5B-E20B761B8F50}" srcOrd="1" destOrd="0" parTransId="{7B9E5C64-91E4-4F0F-8260-B852BA6C8477}" sibTransId="{153AED2C-9C49-49DB-B96C-28D8E4C4E0B9}"/>
    <dgm:cxn modelId="{E4ECBF71-ADEB-413B-9B17-AF21EFCBD843}" srcId="{BF9A050E-55E6-4555-BDDA-A7D8D5154518}" destId="{3824AE71-9A67-4EE2-87B8-3DDFFA2E3A5D}" srcOrd="1" destOrd="0" parTransId="{933A68EC-F8B8-45A2-AECB-10CE89114065}" sibTransId="{49E0B432-EBD7-4F9F-8A90-EB2AB62641E3}"/>
    <dgm:cxn modelId="{679FC464-2A19-4481-86A0-3492DA85463F}" type="presOf" srcId="{3824AE71-9A67-4EE2-87B8-3DDFFA2E3A5D}" destId="{293622DF-7217-457E-9F3F-1A9974004B4B}" srcOrd="0" destOrd="0" presId="urn:microsoft.com/office/officeart/2005/8/layout/vList5"/>
    <dgm:cxn modelId="{52444C4E-6B9E-4EC0-88E3-4E756B9FE2B7}" type="presOf" srcId="{FE112A56-7B7B-43E0-8913-2D5147E9E1F8}" destId="{FE64F071-7D7C-4C60-8184-A24B86773130}" srcOrd="0" destOrd="0" presId="urn:microsoft.com/office/officeart/2005/8/layout/vList5"/>
    <dgm:cxn modelId="{8C8D3D7C-D445-4684-B4E0-61E5F3CC0347}" srcId="{BF9A050E-55E6-4555-BDDA-A7D8D5154518}" destId="{05925C3A-31A1-465E-AB85-CC595CC317A6}" srcOrd="0" destOrd="0" parTransId="{D258CDC6-A5BA-44D0-93E8-87F7E8957EEF}" sibTransId="{2FC6CC8F-FCFE-4485-8F34-860711B54473}"/>
    <dgm:cxn modelId="{221DEF98-396D-492E-AB4A-B889ED4ED4D1}" type="presParOf" srcId="{822D9995-E573-449E-8AC5-88306EB49898}" destId="{9EFEFAFA-8577-4EC1-847E-37C44AA902B2}" srcOrd="0" destOrd="0" presId="urn:microsoft.com/office/officeart/2005/8/layout/vList5"/>
    <dgm:cxn modelId="{FE34B3DC-1C8D-4D9F-A31A-730EBBC3ED4B}" type="presParOf" srcId="{9EFEFAFA-8577-4EC1-847E-37C44AA902B2}" destId="{E8F22ECE-0AAF-40C7-A1FD-13A884A198FF}" srcOrd="0" destOrd="0" presId="urn:microsoft.com/office/officeart/2005/8/layout/vList5"/>
    <dgm:cxn modelId="{AB956DEA-9F9C-4BA7-B078-85948387378C}" type="presParOf" srcId="{9EFEFAFA-8577-4EC1-847E-37C44AA902B2}" destId="{FA00830C-D21D-4971-9CEC-CC85137ED1C9}" srcOrd="1" destOrd="0" presId="urn:microsoft.com/office/officeart/2005/8/layout/vList5"/>
    <dgm:cxn modelId="{F3535C1F-8C23-4CC1-AB50-D81CDF2C7B94}" type="presParOf" srcId="{822D9995-E573-449E-8AC5-88306EB49898}" destId="{3B8266EF-74ED-4791-AC6C-52EB250EF4A3}" srcOrd="1" destOrd="0" presId="urn:microsoft.com/office/officeart/2005/8/layout/vList5"/>
    <dgm:cxn modelId="{533E4D5D-2EEE-473D-BE89-D11DBC004EE4}" type="presParOf" srcId="{822D9995-E573-449E-8AC5-88306EB49898}" destId="{010C7EB9-60EC-4C34-A393-68E7E5280274}" srcOrd="2" destOrd="0" presId="urn:microsoft.com/office/officeart/2005/8/layout/vList5"/>
    <dgm:cxn modelId="{761675EB-8D8E-4B23-A6F2-B21EF49BF0BB}" type="presParOf" srcId="{010C7EB9-60EC-4C34-A393-68E7E5280274}" destId="{293622DF-7217-457E-9F3F-1A9974004B4B}" srcOrd="0" destOrd="0" presId="urn:microsoft.com/office/officeart/2005/8/layout/vList5"/>
    <dgm:cxn modelId="{FD2D6E69-164F-4740-956B-A42D8D0C27CA}" type="presParOf" srcId="{010C7EB9-60EC-4C34-A393-68E7E5280274}" destId="{DAB8A95B-80F7-44AB-BCF5-94C83B2DC61C}" srcOrd="1" destOrd="0" presId="urn:microsoft.com/office/officeart/2005/8/layout/vList5"/>
    <dgm:cxn modelId="{8A723848-8F7D-460A-B057-81D3FDC2F909}" type="presParOf" srcId="{822D9995-E573-449E-8AC5-88306EB49898}" destId="{850A5DF7-8CA0-4AFF-9798-FC5578524E8C}" srcOrd="3" destOrd="0" presId="urn:microsoft.com/office/officeart/2005/8/layout/vList5"/>
    <dgm:cxn modelId="{F6706C52-9119-4D07-8D7B-CAA87E02DA4D}" type="presParOf" srcId="{822D9995-E573-449E-8AC5-88306EB49898}" destId="{2917CF91-0915-484F-9B1F-16F65919E97B}" srcOrd="4" destOrd="0" presId="urn:microsoft.com/office/officeart/2005/8/layout/vList5"/>
    <dgm:cxn modelId="{4F3D98FF-6805-4EC4-8B96-90086BEFE072}" type="presParOf" srcId="{2917CF91-0915-484F-9B1F-16F65919E97B}" destId="{FE64F071-7D7C-4C60-8184-A24B86773130}" srcOrd="0" destOrd="0" presId="urn:microsoft.com/office/officeart/2005/8/layout/vList5"/>
  </dgm:cxnLst>
  <dgm:bg/>
  <dgm:whole/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743200"/>
            <a:ext cx="7315200" cy="731520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572000" cy="45720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STRATEGY  •  Q2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 Tree Lending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khúc khách hàng, logic xét duyệt và quy trình cho vay end-to-end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khung phân tích thống nhất từ segmentation đến giải ngân — gồm cây phân khúc, ma trận sản phẩm, logic xét duyệt 7 bước và timeline xử lý hồ sơ.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6126480"/>
            <a:ext cx="18288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Strategy Team  •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Tổng quan nội dung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5780" y="1737360"/>
            <a:ext cx="2606040" cy="39319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" y="1737360"/>
            <a:ext cx="260604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00100" y="3474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Tree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0100" y="4023360"/>
            <a:ext cx="548640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4206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Cây phân khúc 3 cấp: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Sub-Segment → Product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0420" y="1737360"/>
            <a:ext cx="2606040" cy="39319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0420" y="1737360"/>
            <a:ext cx="260604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634740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634740" y="3474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Matrix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34740" y="4023360"/>
            <a:ext cx="5486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4740" y="4206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sản phẩm cho vay với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loan và lãi suất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5060" y="1737360"/>
            <a:ext cx="2606040" cy="39319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5060" y="1737360"/>
            <a:ext cx="26060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69380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6469380" y="3474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69380" y="4023360"/>
            <a:ext cx="5486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9380" y="4206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7 bước xét duyệt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→ Credit → DTI → Approve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29700" y="1737360"/>
            <a:ext cx="2606040" cy="39319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29700" y="1737360"/>
            <a:ext cx="26060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9304020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9304020" y="3474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304020" y="4023360"/>
            <a:ext cx="548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04020" y="4206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end-to-end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D+0 → M+1~N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phần hỗ trợ một tác vụ cụ thể: xây danh mục, định nghĩa sản phẩm, thiết kế credit policy, và đo SLA xử lý.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SEGMENT TREE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Cây phân khúc khách hàng vay</a:t>
            </a:r>
            <a:endParaRPr lang="en-US" sz="2800" dirty="0"/>
          </a:p>
        </p:txBody>
      </p:sp>
      <p:pic>
        <p:nvPicPr>
          <p:cNvPr id="4" name="Image 0" descr="/home/claude/work/images/segment_tree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109728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1 root → 2 customer types → 6 sub-segments → 18 loan products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PRODUCT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 trận sản phẩm theo phân khúc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1645920"/>
                <a:gridCol w="2103120"/>
                <a:gridCol w="1005840"/>
                <a:gridCol w="1188720"/>
                <a:gridCol w="822960"/>
                <a:gridCol w="10058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(VNDm)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(VNDm)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Portfolio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 nhân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Ưu tiên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Vay mua nhà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 nhân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Ưu tiên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Vay mua xe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 nhân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Ưu tiên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Thẻ tín dụng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IND-004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 nhân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Phổ thông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Vay tiêu dùng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IND-005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 nhân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Phổ thông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Vay mua xe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IND-006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 nhân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Phổ thông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Vay du học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IND-007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 nhân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TN thấp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Vay tín chấp nhỏ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 nhân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TN thấp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Vay trả góp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IND-009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 nhân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 TN thấp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Microloan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CORP-001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nghiệp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 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Vay vốn lưu động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CORP-002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nghiệp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 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Vay TS cố định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CORP-003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nghiệp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 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 ngắn hạn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CORP-004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nghiệp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Vay đầu tư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CORP-005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nghiệp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trợ thương mại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CORP-006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nghiệp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Vay dự án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CORP-007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nghiệp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Corp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Syndicated Loan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CORP-008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nghiệp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Corp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Finance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CORP-009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nghiệp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Corp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Finance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sản phẩm  •  9 cá nhân (IND)  •  9 doanh nghiệp (CORP)  •  Tổng % portfolio = 100%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DECISION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Sơ đồ logic xét duyệt tín dụng</a:t>
            </a:r>
            <a:endParaRPr lang="en-US" sz="2800" dirty="0"/>
          </a:p>
        </p:txBody>
      </p:sp>
      <p:pic>
        <p:nvPicPr>
          <p:cNvPr id="4" name="Image 0" descr="/home/claude/work/images/logic_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412480" y="178308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21488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869680" y="21031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69680" y="2313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pháp lý hợp lệ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12480" y="269748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869680" y="2651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69680" y="2862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 ≥ 600, không nợ xấu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412480" y="324612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869680" y="3200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869680" y="3410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≥ 2× kỳ trả nợ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412480" y="37947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84124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869680" y="3749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869680" y="3959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&lt; 50%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412480" y="43434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869680" y="4297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869680" y="4507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≤ 70–80%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412480" y="48920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8412480" y="4892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869680" y="4846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869680" y="5056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 ≥ BB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412480" y="544068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29"/>
          <p:cNvSpPr/>
          <p:nvPr/>
        </p:nvSpPr>
        <p:spPr>
          <a:xfrm>
            <a:off x="8412480" y="5440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869680" y="5394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869680" y="56052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đồng tín dụng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LOGIC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 tiết 7 bước xét duyệt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3200400"/>
                <a:gridCol w="2011680"/>
                <a:gridCol w="182880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 (Criteria)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&amp; Hồ sơ pháp lý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CMND/CCCD + Hộ khẩu + Lý lịch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Đầy đủ, hợp lệ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Sang B2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Office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 (CIC)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 score + lịch sử nợ quá hạn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≥ 600, ko nợ xấu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Sang B3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Bureau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Xác minh thu nhập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 lương / Sao kê 6 tháng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≥ 2× kỳ trả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Sang B4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Underwriter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Debt-to-Income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nợ / Thu nhập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DTI &lt; 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Sang B5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Underwriter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TSĐB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TS + giá trị thẩm định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≤ 70–80%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Sang B6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Appraiser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hợp PD, LGD, 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≥ BB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Sang B7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Mgmt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Phê duyệt cuối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Hội đồng tín dụng / DPCA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 phân cấp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→ Giải ngân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Committee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Bất kỳ bước nào fail đều dẫn đến REJECT hoặc YÊU CẦU BỔ SUNG hồ sơ.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LENDING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xử lý hồ sơ vay</a:t>
            </a:r>
            <a:endParaRPr lang="en-US" sz="2800" dirty="0"/>
          </a:p>
        </p:txBody>
      </p:sp>
      <p:pic>
        <p:nvPicPr>
          <p:cNvPr id="4" name="Image 0" descr="/home/claude/work/images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10972800" cy="329184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463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286000"/>
                <a:gridCol w="1371600"/>
                <a:gridCol w="3108960"/>
                <a:gridCol w="347472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Mốc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Giai đoạn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Phòng ban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Nộp hồ sơ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ngày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Hồ sơ vay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D+1~3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Thẩm định hồ sơ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ngày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KYC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D+4~7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tín dụng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ngày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Underwriting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Memo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D+8~10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Định giá TSĐB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ngày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Appraisal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định giá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D+11~12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Phê duyệt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ngày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Committee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Quyết định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D+13~14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Giải ngân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ngày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HĐ + tiền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M+1~N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hồi nợ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Định kỳ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Lịch trả nợ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PORTFOLIO MIX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Cơ cấu danh mục theo sản phẩm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9436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417320"/>
            <a:ext cx="4846320" cy="11887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0" y="1417320"/>
            <a:ext cx="73152" cy="1188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0" y="1508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13232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50976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số loan products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0" y="2743200"/>
            <a:ext cx="4846320" cy="11887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2743200"/>
            <a:ext cx="73152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71323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khúc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50976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sub-segments active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0" y="4069080"/>
            <a:ext cx="4846320" cy="11887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0" y="406908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0" y="4160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7.2%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7132320" y="4937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19.0%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509760" y="4343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lãi suất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858000" y="5394960"/>
            <a:ext cx="4846320" cy="11887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0" y="539496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0" y="5486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200" dirty="0"/>
          </a:p>
        </p:txBody>
      </p:sp>
      <p:sp>
        <p:nvSpPr>
          <p:cNvPr id="23" name="Text 20"/>
          <p:cNvSpPr/>
          <p:nvPr/>
        </p:nvSpPr>
        <p:spPr>
          <a:xfrm>
            <a:off x="7132320" y="6263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509760" y="5669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trung bình (D+0 → D+14)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RISK &amp; VOLUME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Phân bổ rủi ro &amp; xu hướng giải ngân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bố Credit Score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783080"/>
          <a:ext cx="57607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 nợ theo tháng (VND tỷ)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78308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572000"/>
            <a:ext cx="4572000" cy="4572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Tóm tắt &amp; bước tiếp theo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01168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khúc rõ ràng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Cây 3 cấp giúp định nghĩa target customer cho từng sản phẩm — tránh chồng lấn và sai khẩu vị rủi ro.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01168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xét duyệt chuẩn hóa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4251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bước với threshold cụ thể: bất kỳ ai cũng có thể audit ngược lại quyết định approve/reject.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937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011680" y="4937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đo được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11680" y="5349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D+0 → D+14 + thu hồi M+1~N cho phép set KPI cho từng phòng ban.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6309360"/>
            <a:ext cx="18288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&amp; Thảo luận  •  credit-strategy@bank.vn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063117179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000" name="MergedTitle"/>
          <p:cNvSpPr txBox="1"/>
          <p:nvPr/>
        </p:nvSpPr>
        <p:spPr>
          <a:xfrm>
            <a:off x="457200" y="228600"/>
            <a:ext cx="114300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2200" b="1">
                <a:solidFill>
                  <a:srgbClr val="1F2937"/>
                </a:solidFill>
                <a:latin typeface="Calibri"/>
              </a:rPr>
              <a:t>SmartArt #1 — Hierarchy (Org chart) cho phân loại quản trị</a:t>
            </a:r>
          </a:p>
        </p:txBody>
      </p:sp>
    </p:spTree>
    <p:extLst>
      <p:ext uri="{BB962C8B-B14F-4D97-AF65-F5344CB8AC3E}">
        <p14:creationId xmlns:p14="http://schemas.microsoft.com/office/powerpoint/2010/main" val="4044391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545608441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001" name="MergedTitle"/>
          <p:cNvSpPr txBox="1"/>
          <p:nvPr/>
        </p:nvSpPr>
        <p:spPr>
          <a:xfrm>
            <a:off x="457200" y="228600"/>
            <a:ext cx="114300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2200" b="1">
                <a:solidFill>
                  <a:srgbClr val="1F2937"/>
                </a:solidFill>
                <a:latin typeface="Calibri"/>
              </a:rPr>
              <a:t>SmartArt #2 — Continuous Block Process (timeline 3 giai đoạn)</a:t>
            </a:r>
          </a:p>
        </p:txBody>
      </p:sp>
    </p:spTree>
    <p:extLst>
      <p:ext uri="{BB962C8B-B14F-4D97-AF65-F5344CB8AC3E}">
        <p14:creationId xmlns:p14="http://schemas.microsoft.com/office/powerpoint/2010/main" val="2753115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559131397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002" name="MergedTitle"/>
          <p:cNvSpPr txBox="1"/>
          <p:nvPr/>
        </p:nvSpPr>
        <p:spPr>
          <a:xfrm>
            <a:off x="457200" y="228600"/>
            <a:ext cx="114300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2200" b="1">
                <a:solidFill>
                  <a:srgbClr val="1F2937"/>
                </a:solidFill>
                <a:latin typeface="Calibri"/>
              </a:rPr>
              <a:t>SmartArt #3 — Accent Process (so sánh 2 mảng)</a:t>
            </a:r>
          </a:p>
        </p:txBody>
      </p:sp>
    </p:spTree>
    <p:extLst>
      <p:ext uri="{BB962C8B-B14F-4D97-AF65-F5344CB8AC3E}">
        <p14:creationId xmlns:p14="http://schemas.microsoft.com/office/powerpoint/2010/main" val="2290510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003" name="MergedTitle"/>
          <p:cNvSpPr txBox="1"/>
          <p:nvPr/>
        </p:nvSpPr>
        <p:spPr>
          <a:xfrm>
            <a:off x="457200" y="228600"/>
            <a:ext cx="114300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2200" b="1">
                <a:solidFill>
                  <a:srgbClr val="1F2937"/>
                </a:solidFill>
                <a:latin typeface="Calibri"/>
              </a:rPr>
              <a:t>SmartArt #4 — Vertical Block List (phân khúc + sản phẩm)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Tree Lending</dc:title>
  <dc:subject>PptxGenJS Presentation</dc:subject>
  <dc:creator>Credit Strategy Team</dc:creator>
  <cp:lastModifiedBy>Credit Strategy Team</cp:lastModifiedBy>
  <cp:revision>1</cp:revision>
  <dcterms:created xsi:type="dcterms:W3CDTF">2026-05-21T09:25:53Z</dcterms:created>
  <dcterms:modified xsi:type="dcterms:W3CDTF">2026-05-21T09:25:53Z</dcterms:modified>
</cp:coreProperties>
</file>